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92"/>
    <p:restoredTop sz="94694"/>
  </p:normalViewPr>
  <p:slideViewPr>
    <p:cSldViewPr snapToGrid="0">
      <p:cViewPr varScale="1">
        <p:scale>
          <a:sx n="79" d="100"/>
          <a:sy n="79" d="100"/>
        </p:scale>
        <p:origin x="224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732255-42E8-45F2-91D3-7F1A46ED175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85BB3A3-0540-4237-BC1D-5F8A89AF4CC7}">
      <dgm:prSet/>
      <dgm:spPr/>
      <dgm:t>
        <a:bodyPr/>
        <a:lstStyle/>
        <a:p>
          <a:pPr>
            <a:defRPr cap="all"/>
          </a:pPr>
          <a:r>
            <a:rPr lang="en-US"/>
            <a:t>Analyze personal Spotify data</a:t>
          </a:r>
        </a:p>
      </dgm:t>
    </dgm:pt>
    <dgm:pt modelId="{64075F13-D43D-4C1B-AAE7-EB4AD717C684}" type="parTrans" cxnId="{7BA1976D-103D-4706-916A-7B88B699A279}">
      <dgm:prSet/>
      <dgm:spPr/>
      <dgm:t>
        <a:bodyPr/>
        <a:lstStyle/>
        <a:p>
          <a:endParaRPr lang="en-US"/>
        </a:p>
      </dgm:t>
    </dgm:pt>
    <dgm:pt modelId="{43E0BCBC-E8C9-4F8A-9D8B-587D8A438E59}" type="sibTrans" cxnId="{7BA1976D-103D-4706-916A-7B88B699A279}">
      <dgm:prSet/>
      <dgm:spPr/>
      <dgm:t>
        <a:bodyPr/>
        <a:lstStyle/>
        <a:p>
          <a:endParaRPr lang="en-US"/>
        </a:p>
      </dgm:t>
    </dgm:pt>
    <dgm:pt modelId="{80AF22B4-172F-4DA4-B717-74B1E02581E9}">
      <dgm:prSet/>
      <dgm:spPr/>
      <dgm:t>
        <a:bodyPr/>
        <a:lstStyle/>
        <a:p>
          <a:pPr>
            <a:defRPr cap="all"/>
          </a:pPr>
          <a:r>
            <a:rPr lang="en-US"/>
            <a:t>Identify listening patterns</a:t>
          </a:r>
        </a:p>
      </dgm:t>
    </dgm:pt>
    <dgm:pt modelId="{3A236FDE-BD58-48C2-A7CD-31615B3EF8EC}" type="parTrans" cxnId="{D605FDC7-BE76-4BEB-AF7B-C412240AA6A0}">
      <dgm:prSet/>
      <dgm:spPr/>
      <dgm:t>
        <a:bodyPr/>
        <a:lstStyle/>
        <a:p>
          <a:endParaRPr lang="en-US"/>
        </a:p>
      </dgm:t>
    </dgm:pt>
    <dgm:pt modelId="{B5705F1B-7A30-421D-807F-FDA93AFB5613}" type="sibTrans" cxnId="{D605FDC7-BE76-4BEB-AF7B-C412240AA6A0}">
      <dgm:prSet/>
      <dgm:spPr/>
      <dgm:t>
        <a:bodyPr/>
        <a:lstStyle/>
        <a:p>
          <a:endParaRPr lang="en-US"/>
        </a:p>
      </dgm:t>
    </dgm:pt>
    <dgm:pt modelId="{3F5FB90E-B97B-412F-956F-5D97B2ED34E0}">
      <dgm:prSet/>
      <dgm:spPr/>
      <dgm:t>
        <a:bodyPr/>
        <a:lstStyle/>
        <a:p>
          <a:pPr>
            <a:defRPr cap="all"/>
          </a:pPr>
          <a:r>
            <a:rPr lang="en-US"/>
            <a:t>Understand popularity and preferences</a:t>
          </a:r>
        </a:p>
      </dgm:t>
    </dgm:pt>
    <dgm:pt modelId="{751853FE-4ADC-4EB8-92D6-932922AD3064}" type="parTrans" cxnId="{751A6264-E567-45DA-982E-21EF4565DC1F}">
      <dgm:prSet/>
      <dgm:spPr/>
      <dgm:t>
        <a:bodyPr/>
        <a:lstStyle/>
        <a:p>
          <a:endParaRPr lang="en-US"/>
        </a:p>
      </dgm:t>
    </dgm:pt>
    <dgm:pt modelId="{53C42105-2167-4330-92DF-CB43B0CBC6D0}" type="sibTrans" cxnId="{751A6264-E567-45DA-982E-21EF4565DC1F}">
      <dgm:prSet/>
      <dgm:spPr/>
      <dgm:t>
        <a:bodyPr/>
        <a:lstStyle/>
        <a:p>
          <a:endParaRPr lang="en-US"/>
        </a:p>
      </dgm:t>
    </dgm:pt>
    <dgm:pt modelId="{218D71B5-47B9-46AC-88B6-0AC2FA7868C7}" type="pres">
      <dgm:prSet presAssocID="{B1732255-42E8-45F2-91D3-7F1A46ED1752}" presName="root" presStyleCnt="0">
        <dgm:presLayoutVars>
          <dgm:dir/>
          <dgm:resizeHandles val="exact"/>
        </dgm:presLayoutVars>
      </dgm:prSet>
      <dgm:spPr/>
    </dgm:pt>
    <dgm:pt modelId="{CAFEE0FF-D5A6-4637-9C1F-14A96C1E8EE8}" type="pres">
      <dgm:prSet presAssocID="{D85BB3A3-0540-4237-BC1D-5F8A89AF4CC7}" presName="compNode" presStyleCnt="0"/>
      <dgm:spPr/>
    </dgm:pt>
    <dgm:pt modelId="{7E7ACE55-FFCD-4631-BF73-31E69FAA2F40}" type="pres">
      <dgm:prSet presAssocID="{D85BB3A3-0540-4237-BC1D-5F8A89AF4CC7}" presName="iconBgRect" presStyleLbl="bgShp" presStyleIdx="0" presStyleCnt="3"/>
      <dgm:spPr/>
    </dgm:pt>
    <dgm:pt modelId="{6A874D90-B22E-46C9-A778-6E7123771962}" type="pres">
      <dgm:prSet presAssocID="{D85BB3A3-0540-4237-BC1D-5F8A89AF4C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3BAB06C-98D9-407F-B978-27FE21F04A62}" type="pres">
      <dgm:prSet presAssocID="{D85BB3A3-0540-4237-BC1D-5F8A89AF4CC7}" presName="spaceRect" presStyleCnt="0"/>
      <dgm:spPr/>
    </dgm:pt>
    <dgm:pt modelId="{2E62030A-34C4-4A58-B23A-D20D1F8AA6BF}" type="pres">
      <dgm:prSet presAssocID="{D85BB3A3-0540-4237-BC1D-5F8A89AF4CC7}" presName="textRect" presStyleLbl="revTx" presStyleIdx="0" presStyleCnt="3">
        <dgm:presLayoutVars>
          <dgm:chMax val="1"/>
          <dgm:chPref val="1"/>
        </dgm:presLayoutVars>
      </dgm:prSet>
      <dgm:spPr/>
    </dgm:pt>
    <dgm:pt modelId="{3C678923-50DB-4166-A0F1-729DB591DB41}" type="pres">
      <dgm:prSet presAssocID="{43E0BCBC-E8C9-4F8A-9D8B-587D8A438E59}" presName="sibTrans" presStyleCnt="0"/>
      <dgm:spPr/>
    </dgm:pt>
    <dgm:pt modelId="{1EFBA3CE-B2DC-4328-A87A-99526667C047}" type="pres">
      <dgm:prSet presAssocID="{80AF22B4-172F-4DA4-B717-74B1E02581E9}" presName="compNode" presStyleCnt="0"/>
      <dgm:spPr/>
    </dgm:pt>
    <dgm:pt modelId="{FFA919D5-8C17-415F-9332-74E7BE1AC117}" type="pres">
      <dgm:prSet presAssocID="{80AF22B4-172F-4DA4-B717-74B1E02581E9}" presName="iconBgRect" presStyleLbl="bgShp" presStyleIdx="1" presStyleCnt="3"/>
      <dgm:spPr/>
    </dgm:pt>
    <dgm:pt modelId="{A1EE98BB-FD27-4295-8C9D-D2F3AD438811}" type="pres">
      <dgm:prSet presAssocID="{80AF22B4-172F-4DA4-B717-74B1E02581E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6790EA7F-25EC-4081-B540-36955A6B7941}" type="pres">
      <dgm:prSet presAssocID="{80AF22B4-172F-4DA4-B717-74B1E02581E9}" presName="spaceRect" presStyleCnt="0"/>
      <dgm:spPr/>
    </dgm:pt>
    <dgm:pt modelId="{AABB5B6B-AF47-4299-9C5B-313526FA8226}" type="pres">
      <dgm:prSet presAssocID="{80AF22B4-172F-4DA4-B717-74B1E02581E9}" presName="textRect" presStyleLbl="revTx" presStyleIdx="1" presStyleCnt="3">
        <dgm:presLayoutVars>
          <dgm:chMax val="1"/>
          <dgm:chPref val="1"/>
        </dgm:presLayoutVars>
      </dgm:prSet>
      <dgm:spPr/>
    </dgm:pt>
    <dgm:pt modelId="{56AC6ADC-A9CC-42BA-8444-49B4810F14E7}" type="pres">
      <dgm:prSet presAssocID="{B5705F1B-7A30-421D-807F-FDA93AFB5613}" presName="sibTrans" presStyleCnt="0"/>
      <dgm:spPr/>
    </dgm:pt>
    <dgm:pt modelId="{125BA213-D1C4-4A56-BCDF-CB68C3D949DC}" type="pres">
      <dgm:prSet presAssocID="{3F5FB90E-B97B-412F-956F-5D97B2ED34E0}" presName="compNode" presStyleCnt="0"/>
      <dgm:spPr/>
    </dgm:pt>
    <dgm:pt modelId="{02A6DB33-CC0B-4188-8516-D0EF950D602D}" type="pres">
      <dgm:prSet presAssocID="{3F5FB90E-B97B-412F-956F-5D97B2ED34E0}" presName="iconBgRect" presStyleLbl="bgShp" presStyleIdx="2" presStyleCnt="3"/>
      <dgm:spPr/>
    </dgm:pt>
    <dgm:pt modelId="{4F0CDBE9-3A4E-403E-8760-8E78B028B8FC}" type="pres">
      <dgm:prSet presAssocID="{3F5FB90E-B97B-412F-956F-5D97B2ED34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4A32415-2646-43C1-BB0D-6AD9112A2487}" type="pres">
      <dgm:prSet presAssocID="{3F5FB90E-B97B-412F-956F-5D97B2ED34E0}" presName="spaceRect" presStyleCnt="0"/>
      <dgm:spPr/>
    </dgm:pt>
    <dgm:pt modelId="{461D2436-9EB8-43EF-9902-F986D7423BE4}" type="pres">
      <dgm:prSet presAssocID="{3F5FB90E-B97B-412F-956F-5D97B2ED34E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F898C00-CEC1-4295-B54B-E281088EBBBC}" type="presOf" srcId="{3F5FB90E-B97B-412F-956F-5D97B2ED34E0}" destId="{461D2436-9EB8-43EF-9902-F986D7423BE4}" srcOrd="0" destOrd="0" presId="urn:microsoft.com/office/officeart/2018/5/layout/IconCircleLabelList"/>
    <dgm:cxn modelId="{CFEF6E48-136E-4EB3-82A3-299670F9CA75}" type="presOf" srcId="{B1732255-42E8-45F2-91D3-7F1A46ED1752}" destId="{218D71B5-47B9-46AC-88B6-0AC2FA7868C7}" srcOrd="0" destOrd="0" presId="urn:microsoft.com/office/officeart/2018/5/layout/IconCircleLabelList"/>
    <dgm:cxn modelId="{751A6264-E567-45DA-982E-21EF4565DC1F}" srcId="{B1732255-42E8-45F2-91D3-7F1A46ED1752}" destId="{3F5FB90E-B97B-412F-956F-5D97B2ED34E0}" srcOrd="2" destOrd="0" parTransId="{751853FE-4ADC-4EB8-92D6-932922AD3064}" sibTransId="{53C42105-2167-4330-92DF-CB43B0CBC6D0}"/>
    <dgm:cxn modelId="{7BA1976D-103D-4706-916A-7B88B699A279}" srcId="{B1732255-42E8-45F2-91D3-7F1A46ED1752}" destId="{D85BB3A3-0540-4237-BC1D-5F8A89AF4CC7}" srcOrd="0" destOrd="0" parTransId="{64075F13-D43D-4C1B-AAE7-EB4AD717C684}" sibTransId="{43E0BCBC-E8C9-4F8A-9D8B-587D8A438E59}"/>
    <dgm:cxn modelId="{D605FDC7-BE76-4BEB-AF7B-C412240AA6A0}" srcId="{B1732255-42E8-45F2-91D3-7F1A46ED1752}" destId="{80AF22B4-172F-4DA4-B717-74B1E02581E9}" srcOrd="1" destOrd="0" parTransId="{3A236FDE-BD58-48C2-A7CD-31615B3EF8EC}" sibTransId="{B5705F1B-7A30-421D-807F-FDA93AFB5613}"/>
    <dgm:cxn modelId="{7874B6E1-38D9-43EC-8EFA-7A0261780430}" type="presOf" srcId="{80AF22B4-172F-4DA4-B717-74B1E02581E9}" destId="{AABB5B6B-AF47-4299-9C5B-313526FA8226}" srcOrd="0" destOrd="0" presId="urn:microsoft.com/office/officeart/2018/5/layout/IconCircleLabelList"/>
    <dgm:cxn modelId="{071B23ED-F094-4DDF-8007-D3F74FFB3ACE}" type="presOf" srcId="{D85BB3A3-0540-4237-BC1D-5F8A89AF4CC7}" destId="{2E62030A-34C4-4A58-B23A-D20D1F8AA6BF}" srcOrd="0" destOrd="0" presId="urn:microsoft.com/office/officeart/2018/5/layout/IconCircleLabelList"/>
    <dgm:cxn modelId="{EB1FEABC-A51A-452D-BEF7-277E8EF40067}" type="presParOf" srcId="{218D71B5-47B9-46AC-88B6-0AC2FA7868C7}" destId="{CAFEE0FF-D5A6-4637-9C1F-14A96C1E8EE8}" srcOrd="0" destOrd="0" presId="urn:microsoft.com/office/officeart/2018/5/layout/IconCircleLabelList"/>
    <dgm:cxn modelId="{CE5CBDD0-5872-41B2-9592-E19E8FAE4179}" type="presParOf" srcId="{CAFEE0FF-D5A6-4637-9C1F-14A96C1E8EE8}" destId="{7E7ACE55-FFCD-4631-BF73-31E69FAA2F40}" srcOrd="0" destOrd="0" presId="urn:microsoft.com/office/officeart/2018/5/layout/IconCircleLabelList"/>
    <dgm:cxn modelId="{384DB9BB-C996-4F18-8BB0-A7A22BEC02F9}" type="presParOf" srcId="{CAFEE0FF-D5A6-4637-9C1F-14A96C1E8EE8}" destId="{6A874D90-B22E-46C9-A778-6E7123771962}" srcOrd="1" destOrd="0" presId="urn:microsoft.com/office/officeart/2018/5/layout/IconCircleLabelList"/>
    <dgm:cxn modelId="{3C9CA198-195C-4C34-86F7-A084A080669E}" type="presParOf" srcId="{CAFEE0FF-D5A6-4637-9C1F-14A96C1E8EE8}" destId="{B3BAB06C-98D9-407F-B978-27FE21F04A62}" srcOrd="2" destOrd="0" presId="urn:microsoft.com/office/officeart/2018/5/layout/IconCircleLabelList"/>
    <dgm:cxn modelId="{CA98E062-8578-44CA-A3FB-73A9408DABD3}" type="presParOf" srcId="{CAFEE0FF-D5A6-4637-9C1F-14A96C1E8EE8}" destId="{2E62030A-34C4-4A58-B23A-D20D1F8AA6BF}" srcOrd="3" destOrd="0" presId="urn:microsoft.com/office/officeart/2018/5/layout/IconCircleLabelList"/>
    <dgm:cxn modelId="{F25CE7EF-318F-410C-A86E-DF1F77ACF47F}" type="presParOf" srcId="{218D71B5-47B9-46AC-88B6-0AC2FA7868C7}" destId="{3C678923-50DB-4166-A0F1-729DB591DB41}" srcOrd="1" destOrd="0" presId="urn:microsoft.com/office/officeart/2018/5/layout/IconCircleLabelList"/>
    <dgm:cxn modelId="{E33B2232-6CF4-49A2-844D-56EA8EEBD136}" type="presParOf" srcId="{218D71B5-47B9-46AC-88B6-0AC2FA7868C7}" destId="{1EFBA3CE-B2DC-4328-A87A-99526667C047}" srcOrd="2" destOrd="0" presId="urn:microsoft.com/office/officeart/2018/5/layout/IconCircleLabelList"/>
    <dgm:cxn modelId="{8DC0312B-5034-4D86-88B7-DB625AFE3A64}" type="presParOf" srcId="{1EFBA3CE-B2DC-4328-A87A-99526667C047}" destId="{FFA919D5-8C17-415F-9332-74E7BE1AC117}" srcOrd="0" destOrd="0" presId="urn:microsoft.com/office/officeart/2018/5/layout/IconCircleLabelList"/>
    <dgm:cxn modelId="{3BF84D04-3FD0-4E11-A7D7-85CAF0EF00C2}" type="presParOf" srcId="{1EFBA3CE-B2DC-4328-A87A-99526667C047}" destId="{A1EE98BB-FD27-4295-8C9D-D2F3AD438811}" srcOrd="1" destOrd="0" presId="urn:microsoft.com/office/officeart/2018/5/layout/IconCircleLabelList"/>
    <dgm:cxn modelId="{A4AA3E8A-A09C-4C56-B3E8-7881C00C2837}" type="presParOf" srcId="{1EFBA3CE-B2DC-4328-A87A-99526667C047}" destId="{6790EA7F-25EC-4081-B540-36955A6B7941}" srcOrd="2" destOrd="0" presId="urn:microsoft.com/office/officeart/2018/5/layout/IconCircleLabelList"/>
    <dgm:cxn modelId="{2F2DC04A-367E-4D94-8C58-339F231C12AD}" type="presParOf" srcId="{1EFBA3CE-B2DC-4328-A87A-99526667C047}" destId="{AABB5B6B-AF47-4299-9C5B-313526FA8226}" srcOrd="3" destOrd="0" presId="urn:microsoft.com/office/officeart/2018/5/layout/IconCircleLabelList"/>
    <dgm:cxn modelId="{887FA5D3-947B-411C-8522-D6AE862E51F0}" type="presParOf" srcId="{218D71B5-47B9-46AC-88B6-0AC2FA7868C7}" destId="{56AC6ADC-A9CC-42BA-8444-49B4810F14E7}" srcOrd="3" destOrd="0" presId="urn:microsoft.com/office/officeart/2018/5/layout/IconCircleLabelList"/>
    <dgm:cxn modelId="{83D9FF36-F35E-4780-8656-CE70B04DFEAA}" type="presParOf" srcId="{218D71B5-47B9-46AC-88B6-0AC2FA7868C7}" destId="{125BA213-D1C4-4A56-BCDF-CB68C3D949DC}" srcOrd="4" destOrd="0" presId="urn:microsoft.com/office/officeart/2018/5/layout/IconCircleLabelList"/>
    <dgm:cxn modelId="{3F8521AC-401D-46C0-8301-E02A82E82AFC}" type="presParOf" srcId="{125BA213-D1C4-4A56-BCDF-CB68C3D949DC}" destId="{02A6DB33-CC0B-4188-8516-D0EF950D602D}" srcOrd="0" destOrd="0" presId="urn:microsoft.com/office/officeart/2018/5/layout/IconCircleLabelList"/>
    <dgm:cxn modelId="{A8D6C613-E8C7-41EF-9BD4-77872EFC6212}" type="presParOf" srcId="{125BA213-D1C4-4A56-BCDF-CB68C3D949DC}" destId="{4F0CDBE9-3A4E-403E-8760-8E78B028B8FC}" srcOrd="1" destOrd="0" presId="urn:microsoft.com/office/officeart/2018/5/layout/IconCircleLabelList"/>
    <dgm:cxn modelId="{68858ADA-A68D-4CCD-94D8-065CCBF0CEB2}" type="presParOf" srcId="{125BA213-D1C4-4A56-BCDF-CB68C3D949DC}" destId="{D4A32415-2646-43C1-BB0D-6AD9112A2487}" srcOrd="2" destOrd="0" presId="urn:microsoft.com/office/officeart/2018/5/layout/IconCircleLabelList"/>
    <dgm:cxn modelId="{0253F4E2-AA0C-4F7C-A39E-5F041E9EB2C6}" type="presParOf" srcId="{125BA213-D1C4-4A56-BCDF-CB68C3D949DC}" destId="{461D2436-9EB8-43EF-9902-F986D7423BE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A50C12-D3F0-4DCD-90DF-92BF915DE06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C99C393-A33B-42EA-AA10-C9EA98D45FE5}">
      <dgm:prSet/>
      <dgm:spPr/>
      <dgm:t>
        <a:bodyPr/>
        <a:lstStyle/>
        <a:p>
          <a:r>
            <a:rPr lang="en-US"/>
            <a:t>Spotify and streaming services</a:t>
          </a:r>
        </a:p>
      </dgm:t>
    </dgm:pt>
    <dgm:pt modelId="{1358DE1A-7D8E-458B-B259-E4C34D42D35B}" type="parTrans" cxnId="{BA0E91B0-0CBF-443F-8DEB-3DA80D9210AB}">
      <dgm:prSet/>
      <dgm:spPr/>
      <dgm:t>
        <a:bodyPr/>
        <a:lstStyle/>
        <a:p>
          <a:endParaRPr lang="en-US"/>
        </a:p>
      </dgm:t>
    </dgm:pt>
    <dgm:pt modelId="{E05C4A00-63DD-490E-9314-13956317281D}" type="sibTrans" cxnId="{BA0E91B0-0CBF-443F-8DEB-3DA80D9210AB}">
      <dgm:prSet/>
      <dgm:spPr/>
      <dgm:t>
        <a:bodyPr/>
        <a:lstStyle/>
        <a:p>
          <a:endParaRPr lang="en-US"/>
        </a:p>
      </dgm:t>
    </dgm:pt>
    <dgm:pt modelId="{1B07C3E1-BBF8-45F3-AE15-BB2B382153B7}">
      <dgm:prSet/>
      <dgm:spPr/>
      <dgm:t>
        <a:bodyPr/>
        <a:lstStyle/>
        <a:p>
          <a:r>
            <a:rPr lang="en-US"/>
            <a:t>Recommendation teams</a:t>
          </a:r>
        </a:p>
      </dgm:t>
    </dgm:pt>
    <dgm:pt modelId="{9DC2D914-6997-4996-B1B2-2D169A2BF92A}" type="parTrans" cxnId="{C91E4E51-EEFA-4BBF-AEB3-660073B1D8AD}">
      <dgm:prSet/>
      <dgm:spPr/>
      <dgm:t>
        <a:bodyPr/>
        <a:lstStyle/>
        <a:p>
          <a:endParaRPr lang="en-US"/>
        </a:p>
      </dgm:t>
    </dgm:pt>
    <dgm:pt modelId="{68AC2D80-71EE-4765-8296-E4468587C23E}" type="sibTrans" cxnId="{C91E4E51-EEFA-4BBF-AEB3-660073B1D8AD}">
      <dgm:prSet/>
      <dgm:spPr/>
      <dgm:t>
        <a:bodyPr/>
        <a:lstStyle/>
        <a:p>
          <a:endParaRPr lang="en-US"/>
        </a:p>
      </dgm:t>
    </dgm:pt>
    <dgm:pt modelId="{37882DA8-4B4B-4391-8AA9-DF8462E94652}">
      <dgm:prSet/>
      <dgm:spPr/>
      <dgm:t>
        <a:bodyPr/>
        <a:lstStyle/>
        <a:p>
          <a:r>
            <a:rPr lang="en-US"/>
            <a:t>Individual listeners</a:t>
          </a:r>
        </a:p>
      </dgm:t>
    </dgm:pt>
    <dgm:pt modelId="{A9FD508D-2AC2-4D2E-9835-1DB2CFC67E8D}" type="parTrans" cxnId="{14AF468D-F48A-4F1C-936D-E19AF1787298}">
      <dgm:prSet/>
      <dgm:spPr/>
      <dgm:t>
        <a:bodyPr/>
        <a:lstStyle/>
        <a:p>
          <a:endParaRPr lang="en-US"/>
        </a:p>
      </dgm:t>
    </dgm:pt>
    <dgm:pt modelId="{33B51B29-2EB6-4C22-93F3-62A409AF8E6B}" type="sibTrans" cxnId="{14AF468D-F48A-4F1C-936D-E19AF1787298}">
      <dgm:prSet/>
      <dgm:spPr/>
      <dgm:t>
        <a:bodyPr/>
        <a:lstStyle/>
        <a:p>
          <a:endParaRPr lang="en-US"/>
        </a:p>
      </dgm:t>
    </dgm:pt>
    <dgm:pt modelId="{1E0B9F4C-017B-4897-8A4C-01035A6BD1E7}">
      <dgm:prSet/>
      <dgm:spPr/>
      <dgm:t>
        <a:bodyPr/>
        <a:lstStyle/>
        <a:p>
          <a:r>
            <a:rPr lang="en-US"/>
            <a:t>Data analysts</a:t>
          </a:r>
        </a:p>
      </dgm:t>
    </dgm:pt>
    <dgm:pt modelId="{8243EBD1-2E30-4D47-8D14-D0FD38C50472}" type="parTrans" cxnId="{C15B188C-C40C-44BF-9047-1654D48D6E35}">
      <dgm:prSet/>
      <dgm:spPr/>
      <dgm:t>
        <a:bodyPr/>
        <a:lstStyle/>
        <a:p>
          <a:endParaRPr lang="en-US"/>
        </a:p>
      </dgm:t>
    </dgm:pt>
    <dgm:pt modelId="{923F5CBD-35AF-4241-B3C6-121F4C2B5884}" type="sibTrans" cxnId="{C15B188C-C40C-44BF-9047-1654D48D6E35}">
      <dgm:prSet/>
      <dgm:spPr/>
      <dgm:t>
        <a:bodyPr/>
        <a:lstStyle/>
        <a:p>
          <a:endParaRPr lang="en-US"/>
        </a:p>
      </dgm:t>
    </dgm:pt>
    <dgm:pt modelId="{1F41D2CF-F88F-284A-BCC8-CF8792E47951}" type="pres">
      <dgm:prSet presAssocID="{B6A50C12-D3F0-4DCD-90DF-92BF915DE06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6E65B69-9BA1-5F4F-A5A9-C12CF5D68A4B}" type="pres">
      <dgm:prSet presAssocID="{3C99C393-A33B-42EA-AA10-C9EA98D45FE5}" presName="hierRoot1" presStyleCnt="0"/>
      <dgm:spPr/>
    </dgm:pt>
    <dgm:pt modelId="{F98F0FF6-F927-664D-BDCE-31ED30E3FDC9}" type="pres">
      <dgm:prSet presAssocID="{3C99C393-A33B-42EA-AA10-C9EA98D45FE5}" presName="composite" presStyleCnt="0"/>
      <dgm:spPr/>
    </dgm:pt>
    <dgm:pt modelId="{B9B4ECB9-5D8C-F048-992B-226199CC9571}" type="pres">
      <dgm:prSet presAssocID="{3C99C393-A33B-42EA-AA10-C9EA98D45FE5}" presName="background" presStyleLbl="node0" presStyleIdx="0" presStyleCnt="4"/>
      <dgm:spPr/>
    </dgm:pt>
    <dgm:pt modelId="{CD17C828-BAB1-C145-9972-54CAB23D9434}" type="pres">
      <dgm:prSet presAssocID="{3C99C393-A33B-42EA-AA10-C9EA98D45FE5}" presName="text" presStyleLbl="fgAcc0" presStyleIdx="0" presStyleCnt="4">
        <dgm:presLayoutVars>
          <dgm:chPref val="3"/>
        </dgm:presLayoutVars>
      </dgm:prSet>
      <dgm:spPr/>
    </dgm:pt>
    <dgm:pt modelId="{D14B7F26-8B8E-7642-B387-E5B4DDCE39D7}" type="pres">
      <dgm:prSet presAssocID="{3C99C393-A33B-42EA-AA10-C9EA98D45FE5}" presName="hierChild2" presStyleCnt="0"/>
      <dgm:spPr/>
    </dgm:pt>
    <dgm:pt modelId="{A14A6025-5E45-EA40-BB8C-1162724F0957}" type="pres">
      <dgm:prSet presAssocID="{1B07C3E1-BBF8-45F3-AE15-BB2B382153B7}" presName="hierRoot1" presStyleCnt="0"/>
      <dgm:spPr/>
    </dgm:pt>
    <dgm:pt modelId="{C71D5805-FD60-2347-8330-1BEA71657ECD}" type="pres">
      <dgm:prSet presAssocID="{1B07C3E1-BBF8-45F3-AE15-BB2B382153B7}" presName="composite" presStyleCnt="0"/>
      <dgm:spPr/>
    </dgm:pt>
    <dgm:pt modelId="{C463C190-3AB3-594C-B496-6DF12BE316AE}" type="pres">
      <dgm:prSet presAssocID="{1B07C3E1-BBF8-45F3-AE15-BB2B382153B7}" presName="background" presStyleLbl="node0" presStyleIdx="1" presStyleCnt="4"/>
      <dgm:spPr/>
    </dgm:pt>
    <dgm:pt modelId="{AC82F885-4F65-754A-B627-8C33D2EC4D74}" type="pres">
      <dgm:prSet presAssocID="{1B07C3E1-BBF8-45F3-AE15-BB2B382153B7}" presName="text" presStyleLbl="fgAcc0" presStyleIdx="1" presStyleCnt="4">
        <dgm:presLayoutVars>
          <dgm:chPref val="3"/>
        </dgm:presLayoutVars>
      </dgm:prSet>
      <dgm:spPr/>
    </dgm:pt>
    <dgm:pt modelId="{F4BD3A7C-A0AD-7E48-B498-EE93E89F5D9C}" type="pres">
      <dgm:prSet presAssocID="{1B07C3E1-BBF8-45F3-AE15-BB2B382153B7}" presName="hierChild2" presStyleCnt="0"/>
      <dgm:spPr/>
    </dgm:pt>
    <dgm:pt modelId="{CCD5D02B-AD9F-794C-9718-9B6B36C446A8}" type="pres">
      <dgm:prSet presAssocID="{37882DA8-4B4B-4391-8AA9-DF8462E94652}" presName="hierRoot1" presStyleCnt="0"/>
      <dgm:spPr/>
    </dgm:pt>
    <dgm:pt modelId="{C90AEE75-5C63-0944-8822-FCEA34A6C881}" type="pres">
      <dgm:prSet presAssocID="{37882DA8-4B4B-4391-8AA9-DF8462E94652}" presName="composite" presStyleCnt="0"/>
      <dgm:spPr/>
    </dgm:pt>
    <dgm:pt modelId="{26AE7CEB-F959-4841-8CDC-6F6F825BCACA}" type="pres">
      <dgm:prSet presAssocID="{37882DA8-4B4B-4391-8AA9-DF8462E94652}" presName="background" presStyleLbl="node0" presStyleIdx="2" presStyleCnt="4"/>
      <dgm:spPr/>
    </dgm:pt>
    <dgm:pt modelId="{B73F0247-1CE2-B240-9E9B-CD3B728C2E63}" type="pres">
      <dgm:prSet presAssocID="{37882DA8-4B4B-4391-8AA9-DF8462E94652}" presName="text" presStyleLbl="fgAcc0" presStyleIdx="2" presStyleCnt="4">
        <dgm:presLayoutVars>
          <dgm:chPref val="3"/>
        </dgm:presLayoutVars>
      </dgm:prSet>
      <dgm:spPr/>
    </dgm:pt>
    <dgm:pt modelId="{1945D81A-E05B-C843-BB06-A0B54005B1A4}" type="pres">
      <dgm:prSet presAssocID="{37882DA8-4B4B-4391-8AA9-DF8462E94652}" presName="hierChild2" presStyleCnt="0"/>
      <dgm:spPr/>
    </dgm:pt>
    <dgm:pt modelId="{E352DCDC-A2CD-704E-AEBA-ACB2E65AE5BD}" type="pres">
      <dgm:prSet presAssocID="{1E0B9F4C-017B-4897-8A4C-01035A6BD1E7}" presName="hierRoot1" presStyleCnt="0"/>
      <dgm:spPr/>
    </dgm:pt>
    <dgm:pt modelId="{B82D8568-2E74-E04F-A155-054E2642EC93}" type="pres">
      <dgm:prSet presAssocID="{1E0B9F4C-017B-4897-8A4C-01035A6BD1E7}" presName="composite" presStyleCnt="0"/>
      <dgm:spPr/>
    </dgm:pt>
    <dgm:pt modelId="{B67E9D7C-5892-5349-B277-BA289D25F0B6}" type="pres">
      <dgm:prSet presAssocID="{1E0B9F4C-017B-4897-8A4C-01035A6BD1E7}" presName="background" presStyleLbl="node0" presStyleIdx="3" presStyleCnt="4"/>
      <dgm:spPr/>
    </dgm:pt>
    <dgm:pt modelId="{EDA3AC2D-5552-2D45-807A-529D67CDDA92}" type="pres">
      <dgm:prSet presAssocID="{1E0B9F4C-017B-4897-8A4C-01035A6BD1E7}" presName="text" presStyleLbl="fgAcc0" presStyleIdx="3" presStyleCnt="4">
        <dgm:presLayoutVars>
          <dgm:chPref val="3"/>
        </dgm:presLayoutVars>
      </dgm:prSet>
      <dgm:spPr/>
    </dgm:pt>
    <dgm:pt modelId="{FC327C1E-A17D-5248-98EB-62C83EC44E2C}" type="pres">
      <dgm:prSet presAssocID="{1E0B9F4C-017B-4897-8A4C-01035A6BD1E7}" presName="hierChild2" presStyleCnt="0"/>
      <dgm:spPr/>
    </dgm:pt>
  </dgm:ptLst>
  <dgm:cxnLst>
    <dgm:cxn modelId="{A6EEB309-176C-5B44-A0E9-B7253DF28C45}" type="presOf" srcId="{B6A50C12-D3F0-4DCD-90DF-92BF915DE069}" destId="{1F41D2CF-F88F-284A-BCC8-CF8792E47951}" srcOrd="0" destOrd="0" presId="urn:microsoft.com/office/officeart/2005/8/layout/hierarchy1"/>
    <dgm:cxn modelId="{05E33D40-BBCF-0143-B18A-8E2968A841E6}" type="presOf" srcId="{37882DA8-4B4B-4391-8AA9-DF8462E94652}" destId="{B73F0247-1CE2-B240-9E9B-CD3B728C2E63}" srcOrd="0" destOrd="0" presId="urn:microsoft.com/office/officeart/2005/8/layout/hierarchy1"/>
    <dgm:cxn modelId="{5CA85E40-B1B8-B14B-B32D-3CC21B87BAB5}" type="presOf" srcId="{3C99C393-A33B-42EA-AA10-C9EA98D45FE5}" destId="{CD17C828-BAB1-C145-9972-54CAB23D9434}" srcOrd="0" destOrd="0" presId="urn:microsoft.com/office/officeart/2005/8/layout/hierarchy1"/>
    <dgm:cxn modelId="{C1652E49-5CD7-0B46-B91D-CD1804A7AE76}" type="presOf" srcId="{1B07C3E1-BBF8-45F3-AE15-BB2B382153B7}" destId="{AC82F885-4F65-754A-B627-8C33D2EC4D74}" srcOrd="0" destOrd="0" presId="urn:microsoft.com/office/officeart/2005/8/layout/hierarchy1"/>
    <dgm:cxn modelId="{C91E4E51-EEFA-4BBF-AEB3-660073B1D8AD}" srcId="{B6A50C12-D3F0-4DCD-90DF-92BF915DE069}" destId="{1B07C3E1-BBF8-45F3-AE15-BB2B382153B7}" srcOrd="1" destOrd="0" parTransId="{9DC2D914-6997-4996-B1B2-2D169A2BF92A}" sibTransId="{68AC2D80-71EE-4765-8296-E4468587C23E}"/>
    <dgm:cxn modelId="{C15B188C-C40C-44BF-9047-1654D48D6E35}" srcId="{B6A50C12-D3F0-4DCD-90DF-92BF915DE069}" destId="{1E0B9F4C-017B-4897-8A4C-01035A6BD1E7}" srcOrd="3" destOrd="0" parTransId="{8243EBD1-2E30-4D47-8D14-D0FD38C50472}" sibTransId="{923F5CBD-35AF-4241-B3C6-121F4C2B5884}"/>
    <dgm:cxn modelId="{14AF468D-F48A-4F1C-936D-E19AF1787298}" srcId="{B6A50C12-D3F0-4DCD-90DF-92BF915DE069}" destId="{37882DA8-4B4B-4391-8AA9-DF8462E94652}" srcOrd="2" destOrd="0" parTransId="{A9FD508D-2AC2-4D2E-9835-1DB2CFC67E8D}" sibTransId="{33B51B29-2EB6-4C22-93F3-62A409AF8E6B}"/>
    <dgm:cxn modelId="{BA0E91B0-0CBF-443F-8DEB-3DA80D9210AB}" srcId="{B6A50C12-D3F0-4DCD-90DF-92BF915DE069}" destId="{3C99C393-A33B-42EA-AA10-C9EA98D45FE5}" srcOrd="0" destOrd="0" parTransId="{1358DE1A-7D8E-458B-B259-E4C34D42D35B}" sibTransId="{E05C4A00-63DD-490E-9314-13956317281D}"/>
    <dgm:cxn modelId="{C004BFDE-DE4A-0643-9FD3-32DEE75E2AC1}" type="presOf" srcId="{1E0B9F4C-017B-4897-8A4C-01035A6BD1E7}" destId="{EDA3AC2D-5552-2D45-807A-529D67CDDA92}" srcOrd="0" destOrd="0" presId="urn:microsoft.com/office/officeart/2005/8/layout/hierarchy1"/>
    <dgm:cxn modelId="{2869C703-2F71-9242-94CA-2DFEBCD8F697}" type="presParOf" srcId="{1F41D2CF-F88F-284A-BCC8-CF8792E47951}" destId="{76E65B69-9BA1-5F4F-A5A9-C12CF5D68A4B}" srcOrd="0" destOrd="0" presId="urn:microsoft.com/office/officeart/2005/8/layout/hierarchy1"/>
    <dgm:cxn modelId="{53323737-C1C3-FB44-94D9-7C0B6679B0FD}" type="presParOf" srcId="{76E65B69-9BA1-5F4F-A5A9-C12CF5D68A4B}" destId="{F98F0FF6-F927-664D-BDCE-31ED30E3FDC9}" srcOrd="0" destOrd="0" presId="urn:microsoft.com/office/officeart/2005/8/layout/hierarchy1"/>
    <dgm:cxn modelId="{BA0F35AC-F310-1542-8058-F45D23DEC153}" type="presParOf" srcId="{F98F0FF6-F927-664D-BDCE-31ED30E3FDC9}" destId="{B9B4ECB9-5D8C-F048-992B-226199CC9571}" srcOrd="0" destOrd="0" presId="urn:microsoft.com/office/officeart/2005/8/layout/hierarchy1"/>
    <dgm:cxn modelId="{580AAD50-BA07-0247-B0BA-26DCAD546187}" type="presParOf" srcId="{F98F0FF6-F927-664D-BDCE-31ED30E3FDC9}" destId="{CD17C828-BAB1-C145-9972-54CAB23D9434}" srcOrd="1" destOrd="0" presId="urn:microsoft.com/office/officeart/2005/8/layout/hierarchy1"/>
    <dgm:cxn modelId="{6B0FFDAF-4FAA-B543-B74F-E2E9FEE6B688}" type="presParOf" srcId="{76E65B69-9BA1-5F4F-A5A9-C12CF5D68A4B}" destId="{D14B7F26-8B8E-7642-B387-E5B4DDCE39D7}" srcOrd="1" destOrd="0" presId="urn:microsoft.com/office/officeart/2005/8/layout/hierarchy1"/>
    <dgm:cxn modelId="{F80DD4AE-5FDA-FA40-9F20-A190FC885A5F}" type="presParOf" srcId="{1F41D2CF-F88F-284A-BCC8-CF8792E47951}" destId="{A14A6025-5E45-EA40-BB8C-1162724F0957}" srcOrd="1" destOrd="0" presId="urn:microsoft.com/office/officeart/2005/8/layout/hierarchy1"/>
    <dgm:cxn modelId="{42E080AF-CBBE-0847-BEED-39DEF7DCACFE}" type="presParOf" srcId="{A14A6025-5E45-EA40-BB8C-1162724F0957}" destId="{C71D5805-FD60-2347-8330-1BEA71657ECD}" srcOrd="0" destOrd="0" presId="urn:microsoft.com/office/officeart/2005/8/layout/hierarchy1"/>
    <dgm:cxn modelId="{7220FD2F-5504-6745-B0D3-F37A026B3D3E}" type="presParOf" srcId="{C71D5805-FD60-2347-8330-1BEA71657ECD}" destId="{C463C190-3AB3-594C-B496-6DF12BE316AE}" srcOrd="0" destOrd="0" presId="urn:microsoft.com/office/officeart/2005/8/layout/hierarchy1"/>
    <dgm:cxn modelId="{F14C6A9F-A6F3-FE42-A548-886CDAE1B3FE}" type="presParOf" srcId="{C71D5805-FD60-2347-8330-1BEA71657ECD}" destId="{AC82F885-4F65-754A-B627-8C33D2EC4D74}" srcOrd="1" destOrd="0" presId="urn:microsoft.com/office/officeart/2005/8/layout/hierarchy1"/>
    <dgm:cxn modelId="{EF73FB7F-A15A-5940-9097-35111F981329}" type="presParOf" srcId="{A14A6025-5E45-EA40-BB8C-1162724F0957}" destId="{F4BD3A7C-A0AD-7E48-B498-EE93E89F5D9C}" srcOrd="1" destOrd="0" presId="urn:microsoft.com/office/officeart/2005/8/layout/hierarchy1"/>
    <dgm:cxn modelId="{23EC6BB5-1342-D748-8158-BDBDB1D5625E}" type="presParOf" srcId="{1F41D2CF-F88F-284A-BCC8-CF8792E47951}" destId="{CCD5D02B-AD9F-794C-9718-9B6B36C446A8}" srcOrd="2" destOrd="0" presId="urn:microsoft.com/office/officeart/2005/8/layout/hierarchy1"/>
    <dgm:cxn modelId="{4CC50606-BA4F-0C4D-98E2-3DFF8815940D}" type="presParOf" srcId="{CCD5D02B-AD9F-794C-9718-9B6B36C446A8}" destId="{C90AEE75-5C63-0944-8822-FCEA34A6C881}" srcOrd="0" destOrd="0" presId="urn:microsoft.com/office/officeart/2005/8/layout/hierarchy1"/>
    <dgm:cxn modelId="{FBA5984C-B52D-0643-A3C4-7CE14A05064F}" type="presParOf" srcId="{C90AEE75-5C63-0944-8822-FCEA34A6C881}" destId="{26AE7CEB-F959-4841-8CDC-6F6F825BCACA}" srcOrd="0" destOrd="0" presId="urn:microsoft.com/office/officeart/2005/8/layout/hierarchy1"/>
    <dgm:cxn modelId="{747C4809-55FF-504C-9FE9-9B2517F61F77}" type="presParOf" srcId="{C90AEE75-5C63-0944-8822-FCEA34A6C881}" destId="{B73F0247-1CE2-B240-9E9B-CD3B728C2E63}" srcOrd="1" destOrd="0" presId="urn:microsoft.com/office/officeart/2005/8/layout/hierarchy1"/>
    <dgm:cxn modelId="{E41847FB-3C1A-674C-BD97-3C473C1870C8}" type="presParOf" srcId="{CCD5D02B-AD9F-794C-9718-9B6B36C446A8}" destId="{1945D81A-E05B-C843-BB06-A0B54005B1A4}" srcOrd="1" destOrd="0" presId="urn:microsoft.com/office/officeart/2005/8/layout/hierarchy1"/>
    <dgm:cxn modelId="{21297FFE-EA7F-2B43-9D24-31456B340FAF}" type="presParOf" srcId="{1F41D2CF-F88F-284A-BCC8-CF8792E47951}" destId="{E352DCDC-A2CD-704E-AEBA-ACB2E65AE5BD}" srcOrd="3" destOrd="0" presId="urn:microsoft.com/office/officeart/2005/8/layout/hierarchy1"/>
    <dgm:cxn modelId="{468027F9-1D80-684A-9314-FA8883B4E810}" type="presParOf" srcId="{E352DCDC-A2CD-704E-AEBA-ACB2E65AE5BD}" destId="{B82D8568-2E74-E04F-A155-054E2642EC93}" srcOrd="0" destOrd="0" presId="urn:microsoft.com/office/officeart/2005/8/layout/hierarchy1"/>
    <dgm:cxn modelId="{B9C5828A-8F69-EA40-B405-2303F394FF45}" type="presParOf" srcId="{B82D8568-2E74-E04F-A155-054E2642EC93}" destId="{B67E9D7C-5892-5349-B277-BA289D25F0B6}" srcOrd="0" destOrd="0" presId="urn:microsoft.com/office/officeart/2005/8/layout/hierarchy1"/>
    <dgm:cxn modelId="{8241BC05-2326-3F40-8F9D-B3B1CEF34D84}" type="presParOf" srcId="{B82D8568-2E74-E04F-A155-054E2642EC93}" destId="{EDA3AC2D-5552-2D45-807A-529D67CDDA92}" srcOrd="1" destOrd="0" presId="urn:microsoft.com/office/officeart/2005/8/layout/hierarchy1"/>
    <dgm:cxn modelId="{01558898-7121-4944-A638-014C0E882A8F}" type="presParOf" srcId="{E352DCDC-A2CD-704E-AEBA-ACB2E65AE5BD}" destId="{FC327C1E-A17D-5248-98EB-62C83EC44E2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A3C1A9-653F-4B06-B6C6-77246B2BBD2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E48A925-F13A-4269-8D49-7A169323A630}">
      <dgm:prSet/>
      <dgm:spPr/>
      <dgm:t>
        <a:bodyPr/>
        <a:lstStyle/>
        <a:p>
          <a:r>
            <a:rPr lang="en-US"/>
            <a:t>How does song popularity vary?</a:t>
          </a:r>
        </a:p>
      </dgm:t>
    </dgm:pt>
    <dgm:pt modelId="{0BB1BA6D-F871-4AB7-A35B-AD053074E202}" type="parTrans" cxnId="{897FDE4E-6202-4132-8D4A-CB2547D35786}">
      <dgm:prSet/>
      <dgm:spPr/>
      <dgm:t>
        <a:bodyPr/>
        <a:lstStyle/>
        <a:p>
          <a:endParaRPr lang="en-US"/>
        </a:p>
      </dgm:t>
    </dgm:pt>
    <dgm:pt modelId="{CAAAB937-F075-47B9-A7A0-110DE26F1166}" type="sibTrans" cxnId="{897FDE4E-6202-4132-8D4A-CB2547D35786}">
      <dgm:prSet/>
      <dgm:spPr/>
      <dgm:t>
        <a:bodyPr/>
        <a:lstStyle/>
        <a:p>
          <a:endParaRPr lang="en-US"/>
        </a:p>
      </dgm:t>
    </dgm:pt>
    <dgm:pt modelId="{481185B3-B90D-41F8-8114-4356D5FC73E3}">
      <dgm:prSet/>
      <dgm:spPr/>
      <dgm:t>
        <a:bodyPr/>
        <a:lstStyle/>
        <a:p>
          <a:r>
            <a:rPr lang="en-US"/>
            <a:t>Which artists appear most?</a:t>
          </a:r>
        </a:p>
      </dgm:t>
    </dgm:pt>
    <dgm:pt modelId="{38B36ED7-6F1D-4D44-AE2B-5FC5F0D7F53A}" type="parTrans" cxnId="{0D7A2B35-AB3A-43BC-937A-DD7229AC64A5}">
      <dgm:prSet/>
      <dgm:spPr/>
      <dgm:t>
        <a:bodyPr/>
        <a:lstStyle/>
        <a:p>
          <a:endParaRPr lang="en-US"/>
        </a:p>
      </dgm:t>
    </dgm:pt>
    <dgm:pt modelId="{0C9B21B2-9AAD-4A3C-89A7-B5C17DD2BF70}" type="sibTrans" cxnId="{0D7A2B35-AB3A-43BC-937A-DD7229AC64A5}">
      <dgm:prSet/>
      <dgm:spPr/>
      <dgm:t>
        <a:bodyPr/>
        <a:lstStyle/>
        <a:p>
          <a:endParaRPr lang="en-US"/>
        </a:p>
      </dgm:t>
    </dgm:pt>
    <dgm:pt modelId="{F473BD31-461B-4B27-985D-C45692DB7F1E}">
      <dgm:prSet/>
      <dgm:spPr/>
      <dgm:t>
        <a:bodyPr/>
        <a:lstStyle/>
        <a:p>
          <a:r>
            <a:rPr lang="en-US"/>
            <a:t>How many songs per playlist?</a:t>
          </a:r>
        </a:p>
      </dgm:t>
    </dgm:pt>
    <dgm:pt modelId="{AB28C9D9-EB9A-479D-9D04-FAF83BA69161}" type="parTrans" cxnId="{8BC707DB-19FD-49E1-97F5-36990DA2FDDC}">
      <dgm:prSet/>
      <dgm:spPr/>
      <dgm:t>
        <a:bodyPr/>
        <a:lstStyle/>
        <a:p>
          <a:endParaRPr lang="en-US"/>
        </a:p>
      </dgm:t>
    </dgm:pt>
    <dgm:pt modelId="{1751A775-8D0A-4243-A4EE-1C120BC1400A}" type="sibTrans" cxnId="{8BC707DB-19FD-49E1-97F5-36990DA2FDDC}">
      <dgm:prSet/>
      <dgm:spPr/>
      <dgm:t>
        <a:bodyPr/>
        <a:lstStyle/>
        <a:p>
          <a:endParaRPr lang="en-US"/>
        </a:p>
      </dgm:t>
    </dgm:pt>
    <dgm:pt modelId="{DB48A27D-8EFB-4DFA-B03C-F26C71FF1D12}">
      <dgm:prSet/>
      <dgm:spPr/>
      <dgm:t>
        <a:bodyPr/>
        <a:lstStyle/>
        <a:p>
          <a:r>
            <a:rPr lang="en-US"/>
            <a:t>What defines my listening habits?</a:t>
          </a:r>
        </a:p>
      </dgm:t>
    </dgm:pt>
    <dgm:pt modelId="{7447EEB6-FB72-4ECB-82EC-DCC7D1D57E62}" type="parTrans" cxnId="{48C1815A-86C2-465E-B790-D1C8A6C2C38D}">
      <dgm:prSet/>
      <dgm:spPr/>
      <dgm:t>
        <a:bodyPr/>
        <a:lstStyle/>
        <a:p>
          <a:endParaRPr lang="en-US"/>
        </a:p>
      </dgm:t>
    </dgm:pt>
    <dgm:pt modelId="{29B497CC-F6ED-4325-86F0-985F597AB32C}" type="sibTrans" cxnId="{48C1815A-86C2-465E-B790-D1C8A6C2C38D}">
      <dgm:prSet/>
      <dgm:spPr/>
      <dgm:t>
        <a:bodyPr/>
        <a:lstStyle/>
        <a:p>
          <a:endParaRPr lang="en-US"/>
        </a:p>
      </dgm:t>
    </dgm:pt>
    <dgm:pt modelId="{E4558361-3D93-4817-B808-E2383A87CA34}" type="pres">
      <dgm:prSet presAssocID="{48A3C1A9-653F-4B06-B6C6-77246B2BBD2C}" presName="root" presStyleCnt="0">
        <dgm:presLayoutVars>
          <dgm:dir/>
          <dgm:resizeHandles val="exact"/>
        </dgm:presLayoutVars>
      </dgm:prSet>
      <dgm:spPr/>
    </dgm:pt>
    <dgm:pt modelId="{0F3DA386-871C-47AA-B568-9EB19DF03189}" type="pres">
      <dgm:prSet presAssocID="{EE48A925-F13A-4269-8D49-7A169323A630}" presName="compNode" presStyleCnt="0"/>
      <dgm:spPr/>
    </dgm:pt>
    <dgm:pt modelId="{A6376EEF-C220-4C5E-B8E0-806B59B36B75}" type="pres">
      <dgm:prSet presAssocID="{EE48A925-F13A-4269-8D49-7A169323A63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"/>
        </a:ext>
      </dgm:extLst>
    </dgm:pt>
    <dgm:pt modelId="{A28D012E-ED48-4AB4-99F9-6F732D8DF249}" type="pres">
      <dgm:prSet presAssocID="{EE48A925-F13A-4269-8D49-7A169323A630}" presName="spaceRect" presStyleCnt="0"/>
      <dgm:spPr/>
    </dgm:pt>
    <dgm:pt modelId="{8CFB40FC-31CD-44A5-A47D-59EB1F5EA848}" type="pres">
      <dgm:prSet presAssocID="{EE48A925-F13A-4269-8D49-7A169323A630}" presName="textRect" presStyleLbl="revTx" presStyleIdx="0" presStyleCnt="4">
        <dgm:presLayoutVars>
          <dgm:chMax val="1"/>
          <dgm:chPref val="1"/>
        </dgm:presLayoutVars>
      </dgm:prSet>
      <dgm:spPr/>
    </dgm:pt>
    <dgm:pt modelId="{A4525752-2B03-4FA8-8E35-A3091FAEAC14}" type="pres">
      <dgm:prSet presAssocID="{CAAAB937-F075-47B9-A7A0-110DE26F1166}" presName="sibTrans" presStyleCnt="0"/>
      <dgm:spPr/>
    </dgm:pt>
    <dgm:pt modelId="{24E13ECB-6E9A-4327-8DEC-7A8DE288C013}" type="pres">
      <dgm:prSet presAssocID="{481185B3-B90D-41F8-8114-4356D5FC73E3}" presName="compNode" presStyleCnt="0"/>
      <dgm:spPr/>
    </dgm:pt>
    <dgm:pt modelId="{07FA91E1-A5A9-4CEE-85CE-714B0DA149CD}" type="pres">
      <dgm:prSet presAssocID="{481185B3-B90D-41F8-8114-4356D5FC73E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ll paint brush"/>
        </a:ext>
      </dgm:extLst>
    </dgm:pt>
    <dgm:pt modelId="{AB35C456-6882-4809-ACA2-3BC4C9AFCD47}" type="pres">
      <dgm:prSet presAssocID="{481185B3-B90D-41F8-8114-4356D5FC73E3}" presName="spaceRect" presStyleCnt="0"/>
      <dgm:spPr/>
    </dgm:pt>
    <dgm:pt modelId="{7781A5F3-9DCF-4D08-86CF-9434747EA84A}" type="pres">
      <dgm:prSet presAssocID="{481185B3-B90D-41F8-8114-4356D5FC73E3}" presName="textRect" presStyleLbl="revTx" presStyleIdx="1" presStyleCnt="4">
        <dgm:presLayoutVars>
          <dgm:chMax val="1"/>
          <dgm:chPref val="1"/>
        </dgm:presLayoutVars>
      </dgm:prSet>
      <dgm:spPr/>
    </dgm:pt>
    <dgm:pt modelId="{3D4890AB-C886-4287-9103-3725A66B2725}" type="pres">
      <dgm:prSet presAssocID="{0C9B21B2-9AAD-4A3C-89A7-B5C17DD2BF70}" presName="sibTrans" presStyleCnt="0"/>
      <dgm:spPr/>
    </dgm:pt>
    <dgm:pt modelId="{DD9AFD41-FCA8-47C9-91A9-D1EA938F652F}" type="pres">
      <dgm:prSet presAssocID="{F473BD31-461B-4B27-985D-C45692DB7F1E}" presName="compNode" presStyleCnt="0"/>
      <dgm:spPr/>
    </dgm:pt>
    <dgm:pt modelId="{E0F5C996-8A3B-4419-AB84-ED027244C9C5}" type="pres">
      <dgm:prSet presAssocID="{F473BD31-461B-4B27-985D-C45692DB7F1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 Notes"/>
        </a:ext>
      </dgm:extLst>
    </dgm:pt>
    <dgm:pt modelId="{C959F88E-BA09-4B4D-A34B-E51E18893DBB}" type="pres">
      <dgm:prSet presAssocID="{F473BD31-461B-4B27-985D-C45692DB7F1E}" presName="spaceRect" presStyleCnt="0"/>
      <dgm:spPr/>
    </dgm:pt>
    <dgm:pt modelId="{49C76880-7DE0-4CD0-860B-F96C12D4F378}" type="pres">
      <dgm:prSet presAssocID="{F473BD31-461B-4B27-985D-C45692DB7F1E}" presName="textRect" presStyleLbl="revTx" presStyleIdx="2" presStyleCnt="4">
        <dgm:presLayoutVars>
          <dgm:chMax val="1"/>
          <dgm:chPref val="1"/>
        </dgm:presLayoutVars>
      </dgm:prSet>
      <dgm:spPr/>
    </dgm:pt>
    <dgm:pt modelId="{6172E6A9-342C-481B-AEED-926442302CD6}" type="pres">
      <dgm:prSet presAssocID="{1751A775-8D0A-4243-A4EE-1C120BC1400A}" presName="sibTrans" presStyleCnt="0"/>
      <dgm:spPr/>
    </dgm:pt>
    <dgm:pt modelId="{136BD45F-F66D-4D14-80DD-B2CE6B31CA67}" type="pres">
      <dgm:prSet presAssocID="{DB48A27D-8EFB-4DFA-B03C-F26C71FF1D12}" presName="compNode" presStyleCnt="0"/>
      <dgm:spPr/>
    </dgm:pt>
    <dgm:pt modelId="{54CC9A5B-6602-403F-9489-A67209144303}" type="pres">
      <dgm:prSet presAssocID="{DB48A27D-8EFB-4DFA-B03C-F26C71FF1D1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0D6CE991-DABD-4B13-A0C1-85F819A70F93}" type="pres">
      <dgm:prSet presAssocID="{DB48A27D-8EFB-4DFA-B03C-F26C71FF1D12}" presName="spaceRect" presStyleCnt="0"/>
      <dgm:spPr/>
    </dgm:pt>
    <dgm:pt modelId="{FD919099-6A33-4825-8203-8098598FB3C6}" type="pres">
      <dgm:prSet presAssocID="{DB48A27D-8EFB-4DFA-B03C-F26C71FF1D1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7FFBE2C-BB1D-4ED6-81D4-8C0B8B6C2DF3}" type="presOf" srcId="{DB48A27D-8EFB-4DFA-B03C-F26C71FF1D12}" destId="{FD919099-6A33-4825-8203-8098598FB3C6}" srcOrd="0" destOrd="0" presId="urn:microsoft.com/office/officeart/2018/2/layout/IconLabelList"/>
    <dgm:cxn modelId="{0D7A2B35-AB3A-43BC-937A-DD7229AC64A5}" srcId="{48A3C1A9-653F-4B06-B6C6-77246B2BBD2C}" destId="{481185B3-B90D-41F8-8114-4356D5FC73E3}" srcOrd="1" destOrd="0" parTransId="{38B36ED7-6F1D-4D44-AE2B-5FC5F0D7F53A}" sibTransId="{0C9B21B2-9AAD-4A3C-89A7-B5C17DD2BF70}"/>
    <dgm:cxn modelId="{249C4446-D848-453C-AF84-0C3D77CA3113}" type="presOf" srcId="{F473BD31-461B-4B27-985D-C45692DB7F1E}" destId="{49C76880-7DE0-4CD0-860B-F96C12D4F378}" srcOrd="0" destOrd="0" presId="urn:microsoft.com/office/officeart/2018/2/layout/IconLabelList"/>
    <dgm:cxn modelId="{897FDE4E-6202-4132-8D4A-CB2547D35786}" srcId="{48A3C1A9-653F-4B06-B6C6-77246B2BBD2C}" destId="{EE48A925-F13A-4269-8D49-7A169323A630}" srcOrd="0" destOrd="0" parTransId="{0BB1BA6D-F871-4AB7-A35B-AD053074E202}" sibTransId="{CAAAB937-F075-47B9-A7A0-110DE26F1166}"/>
    <dgm:cxn modelId="{48C1815A-86C2-465E-B790-D1C8A6C2C38D}" srcId="{48A3C1A9-653F-4B06-B6C6-77246B2BBD2C}" destId="{DB48A27D-8EFB-4DFA-B03C-F26C71FF1D12}" srcOrd="3" destOrd="0" parTransId="{7447EEB6-FB72-4ECB-82EC-DCC7D1D57E62}" sibTransId="{29B497CC-F6ED-4325-86F0-985F597AB32C}"/>
    <dgm:cxn modelId="{0888B29A-4A3C-4ADF-B60F-B837E09CD4CA}" type="presOf" srcId="{481185B3-B90D-41F8-8114-4356D5FC73E3}" destId="{7781A5F3-9DCF-4D08-86CF-9434747EA84A}" srcOrd="0" destOrd="0" presId="urn:microsoft.com/office/officeart/2018/2/layout/IconLabelList"/>
    <dgm:cxn modelId="{80C551B3-FFAA-4138-AD6E-387F50E421DA}" type="presOf" srcId="{48A3C1A9-653F-4B06-B6C6-77246B2BBD2C}" destId="{E4558361-3D93-4817-B808-E2383A87CA34}" srcOrd="0" destOrd="0" presId="urn:microsoft.com/office/officeart/2018/2/layout/IconLabelList"/>
    <dgm:cxn modelId="{2CF5A8B4-6638-43F4-9273-A8D7C4F60C59}" type="presOf" srcId="{EE48A925-F13A-4269-8D49-7A169323A630}" destId="{8CFB40FC-31CD-44A5-A47D-59EB1F5EA848}" srcOrd="0" destOrd="0" presId="urn:microsoft.com/office/officeart/2018/2/layout/IconLabelList"/>
    <dgm:cxn modelId="{8BC707DB-19FD-49E1-97F5-36990DA2FDDC}" srcId="{48A3C1A9-653F-4B06-B6C6-77246B2BBD2C}" destId="{F473BD31-461B-4B27-985D-C45692DB7F1E}" srcOrd="2" destOrd="0" parTransId="{AB28C9D9-EB9A-479D-9D04-FAF83BA69161}" sibTransId="{1751A775-8D0A-4243-A4EE-1C120BC1400A}"/>
    <dgm:cxn modelId="{9C9B5482-D5EA-4297-9D55-B93DDC646518}" type="presParOf" srcId="{E4558361-3D93-4817-B808-E2383A87CA34}" destId="{0F3DA386-871C-47AA-B568-9EB19DF03189}" srcOrd="0" destOrd="0" presId="urn:microsoft.com/office/officeart/2018/2/layout/IconLabelList"/>
    <dgm:cxn modelId="{5014DE18-8D7D-4E1A-805B-7A4D1C9C1562}" type="presParOf" srcId="{0F3DA386-871C-47AA-B568-9EB19DF03189}" destId="{A6376EEF-C220-4C5E-B8E0-806B59B36B75}" srcOrd="0" destOrd="0" presId="urn:microsoft.com/office/officeart/2018/2/layout/IconLabelList"/>
    <dgm:cxn modelId="{C96D2E97-5158-4D49-8DB7-EEF36F2CAA2D}" type="presParOf" srcId="{0F3DA386-871C-47AA-B568-9EB19DF03189}" destId="{A28D012E-ED48-4AB4-99F9-6F732D8DF249}" srcOrd="1" destOrd="0" presId="urn:microsoft.com/office/officeart/2018/2/layout/IconLabelList"/>
    <dgm:cxn modelId="{53430F10-7D71-4E29-995A-F3315BC8D4D3}" type="presParOf" srcId="{0F3DA386-871C-47AA-B568-9EB19DF03189}" destId="{8CFB40FC-31CD-44A5-A47D-59EB1F5EA848}" srcOrd="2" destOrd="0" presId="urn:microsoft.com/office/officeart/2018/2/layout/IconLabelList"/>
    <dgm:cxn modelId="{8C0AA224-35B3-4701-B3CD-CC8BB615D726}" type="presParOf" srcId="{E4558361-3D93-4817-B808-E2383A87CA34}" destId="{A4525752-2B03-4FA8-8E35-A3091FAEAC14}" srcOrd="1" destOrd="0" presId="urn:microsoft.com/office/officeart/2018/2/layout/IconLabelList"/>
    <dgm:cxn modelId="{A23560A1-3AC2-43A6-B7DC-14087B70AF14}" type="presParOf" srcId="{E4558361-3D93-4817-B808-E2383A87CA34}" destId="{24E13ECB-6E9A-4327-8DEC-7A8DE288C013}" srcOrd="2" destOrd="0" presId="urn:microsoft.com/office/officeart/2018/2/layout/IconLabelList"/>
    <dgm:cxn modelId="{39278A89-D9E0-4FE3-B666-BB4EF6F37610}" type="presParOf" srcId="{24E13ECB-6E9A-4327-8DEC-7A8DE288C013}" destId="{07FA91E1-A5A9-4CEE-85CE-714B0DA149CD}" srcOrd="0" destOrd="0" presId="urn:microsoft.com/office/officeart/2018/2/layout/IconLabelList"/>
    <dgm:cxn modelId="{A9BE322E-41DA-4170-A57F-24515874A936}" type="presParOf" srcId="{24E13ECB-6E9A-4327-8DEC-7A8DE288C013}" destId="{AB35C456-6882-4809-ACA2-3BC4C9AFCD47}" srcOrd="1" destOrd="0" presId="urn:microsoft.com/office/officeart/2018/2/layout/IconLabelList"/>
    <dgm:cxn modelId="{D30AFAFE-C753-46B5-9C12-5700A10688D8}" type="presParOf" srcId="{24E13ECB-6E9A-4327-8DEC-7A8DE288C013}" destId="{7781A5F3-9DCF-4D08-86CF-9434747EA84A}" srcOrd="2" destOrd="0" presId="urn:microsoft.com/office/officeart/2018/2/layout/IconLabelList"/>
    <dgm:cxn modelId="{D5B082C7-9860-4759-9BA7-916412A15438}" type="presParOf" srcId="{E4558361-3D93-4817-B808-E2383A87CA34}" destId="{3D4890AB-C886-4287-9103-3725A66B2725}" srcOrd="3" destOrd="0" presId="urn:microsoft.com/office/officeart/2018/2/layout/IconLabelList"/>
    <dgm:cxn modelId="{93FE4A6A-EF53-4AF8-9A93-B7C4B6549F3E}" type="presParOf" srcId="{E4558361-3D93-4817-B808-E2383A87CA34}" destId="{DD9AFD41-FCA8-47C9-91A9-D1EA938F652F}" srcOrd="4" destOrd="0" presId="urn:microsoft.com/office/officeart/2018/2/layout/IconLabelList"/>
    <dgm:cxn modelId="{B05AB543-0318-450A-8D9A-9E27EAEFEB88}" type="presParOf" srcId="{DD9AFD41-FCA8-47C9-91A9-D1EA938F652F}" destId="{E0F5C996-8A3B-4419-AB84-ED027244C9C5}" srcOrd="0" destOrd="0" presId="urn:microsoft.com/office/officeart/2018/2/layout/IconLabelList"/>
    <dgm:cxn modelId="{9A778425-3A6F-43F3-9A92-3F1F1C508ECB}" type="presParOf" srcId="{DD9AFD41-FCA8-47C9-91A9-D1EA938F652F}" destId="{C959F88E-BA09-4B4D-A34B-E51E18893DBB}" srcOrd="1" destOrd="0" presId="urn:microsoft.com/office/officeart/2018/2/layout/IconLabelList"/>
    <dgm:cxn modelId="{CE06FDA4-748C-43F7-84B9-E9CF3049207B}" type="presParOf" srcId="{DD9AFD41-FCA8-47C9-91A9-D1EA938F652F}" destId="{49C76880-7DE0-4CD0-860B-F96C12D4F378}" srcOrd="2" destOrd="0" presId="urn:microsoft.com/office/officeart/2018/2/layout/IconLabelList"/>
    <dgm:cxn modelId="{D1933D28-DF65-4EDA-9771-ABA017A9DBBE}" type="presParOf" srcId="{E4558361-3D93-4817-B808-E2383A87CA34}" destId="{6172E6A9-342C-481B-AEED-926442302CD6}" srcOrd="5" destOrd="0" presId="urn:microsoft.com/office/officeart/2018/2/layout/IconLabelList"/>
    <dgm:cxn modelId="{AFADFD4F-4829-41E5-8344-6CD12AC7DCD6}" type="presParOf" srcId="{E4558361-3D93-4817-B808-E2383A87CA34}" destId="{136BD45F-F66D-4D14-80DD-B2CE6B31CA67}" srcOrd="6" destOrd="0" presId="urn:microsoft.com/office/officeart/2018/2/layout/IconLabelList"/>
    <dgm:cxn modelId="{7E9DECC5-0E0C-49CA-89A3-1EC34471B132}" type="presParOf" srcId="{136BD45F-F66D-4D14-80DD-B2CE6B31CA67}" destId="{54CC9A5B-6602-403F-9489-A67209144303}" srcOrd="0" destOrd="0" presId="urn:microsoft.com/office/officeart/2018/2/layout/IconLabelList"/>
    <dgm:cxn modelId="{423DC789-86E2-4D39-92A3-53E1B991EAB5}" type="presParOf" srcId="{136BD45F-F66D-4D14-80DD-B2CE6B31CA67}" destId="{0D6CE991-DABD-4B13-A0C1-85F819A70F93}" srcOrd="1" destOrd="0" presId="urn:microsoft.com/office/officeart/2018/2/layout/IconLabelList"/>
    <dgm:cxn modelId="{DC84F3BA-EA40-4938-8C54-30D5A2496D98}" type="presParOf" srcId="{136BD45F-F66D-4D14-80DD-B2CE6B31CA67}" destId="{FD919099-6A33-4825-8203-8098598FB3C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2B60AB-CECF-4E85-BD8B-6B1798E40C0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3F5B541-4910-4750-8004-AD8B5CB44813}">
      <dgm:prSet/>
      <dgm:spPr/>
      <dgm:t>
        <a:bodyPr/>
        <a:lstStyle/>
        <a:p>
          <a:r>
            <a:rPr lang="en-US"/>
            <a:t>Listening habits are consistent</a:t>
          </a:r>
        </a:p>
      </dgm:t>
    </dgm:pt>
    <dgm:pt modelId="{BFB6FED3-380F-47A9-B73B-7BF0C33FBDA3}" type="parTrans" cxnId="{670D8F8D-476D-476C-8A39-241302EBE51E}">
      <dgm:prSet/>
      <dgm:spPr/>
      <dgm:t>
        <a:bodyPr/>
        <a:lstStyle/>
        <a:p>
          <a:endParaRPr lang="en-US"/>
        </a:p>
      </dgm:t>
    </dgm:pt>
    <dgm:pt modelId="{F18F7861-A3B3-4038-9908-D2E601025599}" type="sibTrans" cxnId="{670D8F8D-476D-476C-8A39-241302EBE51E}">
      <dgm:prSet/>
      <dgm:spPr/>
      <dgm:t>
        <a:bodyPr/>
        <a:lstStyle/>
        <a:p>
          <a:endParaRPr lang="en-US"/>
        </a:p>
      </dgm:t>
    </dgm:pt>
    <dgm:pt modelId="{28944617-60E3-4EF5-A119-D23B626AE495}">
      <dgm:prSet/>
      <dgm:spPr/>
      <dgm:t>
        <a:bodyPr/>
        <a:lstStyle/>
        <a:p>
          <a:r>
            <a:rPr lang="en-US"/>
            <a:t>Strong artist loyalty</a:t>
          </a:r>
        </a:p>
      </dgm:t>
    </dgm:pt>
    <dgm:pt modelId="{C7EE1B05-55AC-4FB9-934F-3F78AB76A15B}" type="parTrans" cxnId="{1C51A1AE-7A65-4F98-A8AD-222262A07065}">
      <dgm:prSet/>
      <dgm:spPr/>
      <dgm:t>
        <a:bodyPr/>
        <a:lstStyle/>
        <a:p>
          <a:endParaRPr lang="en-US"/>
        </a:p>
      </dgm:t>
    </dgm:pt>
    <dgm:pt modelId="{D3C05ECA-0971-40E8-B862-3B8888F8C7A4}" type="sibTrans" cxnId="{1C51A1AE-7A65-4F98-A8AD-222262A07065}">
      <dgm:prSet/>
      <dgm:spPr/>
      <dgm:t>
        <a:bodyPr/>
        <a:lstStyle/>
        <a:p>
          <a:endParaRPr lang="en-US"/>
        </a:p>
      </dgm:t>
    </dgm:pt>
    <dgm:pt modelId="{345C0293-09C8-4C2A-BB00-3389717B272D}">
      <dgm:prSet/>
      <dgm:spPr/>
      <dgm:t>
        <a:bodyPr/>
        <a:lstStyle/>
        <a:p>
          <a:r>
            <a:rPr lang="en-US"/>
            <a:t>Playlists serve different roles</a:t>
          </a:r>
        </a:p>
      </dgm:t>
    </dgm:pt>
    <dgm:pt modelId="{4EECD4EA-3487-454C-A124-E9B6A61ECC81}" type="parTrans" cxnId="{C451789A-8C81-4D3E-B751-DE1CA3B71E57}">
      <dgm:prSet/>
      <dgm:spPr/>
      <dgm:t>
        <a:bodyPr/>
        <a:lstStyle/>
        <a:p>
          <a:endParaRPr lang="en-US"/>
        </a:p>
      </dgm:t>
    </dgm:pt>
    <dgm:pt modelId="{B8EAA37F-7C11-41FE-9DF9-AAAFF0196E97}" type="sibTrans" cxnId="{C451789A-8C81-4D3E-B751-DE1CA3B71E57}">
      <dgm:prSet/>
      <dgm:spPr/>
      <dgm:t>
        <a:bodyPr/>
        <a:lstStyle/>
        <a:p>
          <a:endParaRPr lang="en-US"/>
        </a:p>
      </dgm:t>
    </dgm:pt>
    <dgm:pt modelId="{AF50580A-327B-44B4-9837-977E0E09F086}">
      <dgm:prSet/>
      <dgm:spPr/>
      <dgm:t>
        <a:bodyPr/>
        <a:lstStyle/>
        <a:p>
          <a:r>
            <a:rPr lang="en-US"/>
            <a:t>Popularity is balanced</a:t>
          </a:r>
        </a:p>
      </dgm:t>
    </dgm:pt>
    <dgm:pt modelId="{A82EE237-39E3-4046-9F10-C400F1757B41}" type="parTrans" cxnId="{19598EF9-7953-40DF-A6FC-F329D519B0C0}">
      <dgm:prSet/>
      <dgm:spPr/>
      <dgm:t>
        <a:bodyPr/>
        <a:lstStyle/>
        <a:p>
          <a:endParaRPr lang="en-US"/>
        </a:p>
      </dgm:t>
    </dgm:pt>
    <dgm:pt modelId="{3D6EADAF-5B31-4379-A87F-0CF6A9EA79DF}" type="sibTrans" cxnId="{19598EF9-7953-40DF-A6FC-F329D519B0C0}">
      <dgm:prSet/>
      <dgm:spPr/>
      <dgm:t>
        <a:bodyPr/>
        <a:lstStyle/>
        <a:p>
          <a:endParaRPr lang="en-US"/>
        </a:p>
      </dgm:t>
    </dgm:pt>
    <dgm:pt modelId="{BE4B9441-233A-4591-8253-7E9FC2E2D8E7}" type="pres">
      <dgm:prSet presAssocID="{F92B60AB-CECF-4E85-BD8B-6B1798E40C00}" presName="root" presStyleCnt="0">
        <dgm:presLayoutVars>
          <dgm:dir/>
          <dgm:resizeHandles val="exact"/>
        </dgm:presLayoutVars>
      </dgm:prSet>
      <dgm:spPr/>
    </dgm:pt>
    <dgm:pt modelId="{034DCA49-00FF-4D86-B3CE-8FCBBDA0BA70}" type="pres">
      <dgm:prSet presAssocID="{C3F5B541-4910-4750-8004-AD8B5CB44813}" presName="compNode" presStyleCnt="0"/>
      <dgm:spPr/>
    </dgm:pt>
    <dgm:pt modelId="{018A9A1C-7A81-4DFF-BC7F-E7651C5B2A3C}" type="pres">
      <dgm:prSet presAssocID="{C3F5B541-4910-4750-8004-AD8B5CB44813}" presName="bgRect" presStyleLbl="bgShp" presStyleIdx="0" presStyleCnt="4"/>
      <dgm:spPr/>
    </dgm:pt>
    <dgm:pt modelId="{B69A89F6-3B86-49A2-9005-61D6A4540EA1}" type="pres">
      <dgm:prSet presAssocID="{C3F5B541-4910-4750-8004-AD8B5CB4481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AE65FD97-51EE-4BC3-BBCA-DCCC4916BA5B}" type="pres">
      <dgm:prSet presAssocID="{C3F5B541-4910-4750-8004-AD8B5CB44813}" presName="spaceRect" presStyleCnt="0"/>
      <dgm:spPr/>
    </dgm:pt>
    <dgm:pt modelId="{3767A441-FDBC-461F-976A-B30AE09B9248}" type="pres">
      <dgm:prSet presAssocID="{C3F5B541-4910-4750-8004-AD8B5CB44813}" presName="parTx" presStyleLbl="revTx" presStyleIdx="0" presStyleCnt="4">
        <dgm:presLayoutVars>
          <dgm:chMax val="0"/>
          <dgm:chPref val="0"/>
        </dgm:presLayoutVars>
      </dgm:prSet>
      <dgm:spPr/>
    </dgm:pt>
    <dgm:pt modelId="{D004217D-E6A9-4A4C-B91E-8502B1E15093}" type="pres">
      <dgm:prSet presAssocID="{F18F7861-A3B3-4038-9908-D2E601025599}" presName="sibTrans" presStyleCnt="0"/>
      <dgm:spPr/>
    </dgm:pt>
    <dgm:pt modelId="{FC2A4677-132B-4880-8A7B-2AA67A5D8162}" type="pres">
      <dgm:prSet presAssocID="{28944617-60E3-4EF5-A119-D23B626AE495}" presName="compNode" presStyleCnt="0"/>
      <dgm:spPr/>
    </dgm:pt>
    <dgm:pt modelId="{5A6D993C-E313-419F-A411-BE3C952DDEDE}" type="pres">
      <dgm:prSet presAssocID="{28944617-60E3-4EF5-A119-D23B626AE495}" presName="bgRect" presStyleLbl="bgShp" presStyleIdx="1" presStyleCnt="4"/>
      <dgm:spPr/>
    </dgm:pt>
    <dgm:pt modelId="{259BACFE-AD81-4B67-9E72-839B6A81A93C}" type="pres">
      <dgm:prSet presAssocID="{28944617-60E3-4EF5-A119-D23B626AE49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A6729EBB-C28E-4F2D-84DA-EC916417AB13}" type="pres">
      <dgm:prSet presAssocID="{28944617-60E3-4EF5-A119-D23B626AE495}" presName="spaceRect" presStyleCnt="0"/>
      <dgm:spPr/>
    </dgm:pt>
    <dgm:pt modelId="{A5972A5D-CC26-485C-BA38-B5B5CFCCB408}" type="pres">
      <dgm:prSet presAssocID="{28944617-60E3-4EF5-A119-D23B626AE495}" presName="parTx" presStyleLbl="revTx" presStyleIdx="1" presStyleCnt="4">
        <dgm:presLayoutVars>
          <dgm:chMax val="0"/>
          <dgm:chPref val="0"/>
        </dgm:presLayoutVars>
      </dgm:prSet>
      <dgm:spPr/>
    </dgm:pt>
    <dgm:pt modelId="{1F7406DC-8FBB-478E-9DB5-C6FCAD7A88E3}" type="pres">
      <dgm:prSet presAssocID="{D3C05ECA-0971-40E8-B862-3B8888F8C7A4}" presName="sibTrans" presStyleCnt="0"/>
      <dgm:spPr/>
    </dgm:pt>
    <dgm:pt modelId="{7F942CE3-8C38-4231-8BE5-09BA3C60FA71}" type="pres">
      <dgm:prSet presAssocID="{345C0293-09C8-4C2A-BB00-3389717B272D}" presName="compNode" presStyleCnt="0"/>
      <dgm:spPr/>
    </dgm:pt>
    <dgm:pt modelId="{11C55887-05BA-480A-9C7F-04A63591A58C}" type="pres">
      <dgm:prSet presAssocID="{345C0293-09C8-4C2A-BB00-3389717B272D}" presName="bgRect" presStyleLbl="bgShp" presStyleIdx="2" presStyleCnt="4"/>
      <dgm:spPr/>
    </dgm:pt>
    <dgm:pt modelId="{D8D9EA99-4F2E-4EF6-B604-EED39A22A35A}" type="pres">
      <dgm:prSet presAssocID="{345C0293-09C8-4C2A-BB00-3389717B27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1C908CA-25E8-4614-B5E7-D5F1DA803714}" type="pres">
      <dgm:prSet presAssocID="{345C0293-09C8-4C2A-BB00-3389717B272D}" presName="spaceRect" presStyleCnt="0"/>
      <dgm:spPr/>
    </dgm:pt>
    <dgm:pt modelId="{A32126D5-B2FD-47A5-90D0-B43CF36FB34A}" type="pres">
      <dgm:prSet presAssocID="{345C0293-09C8-4C2A-BB00-3389717B272D}" presName="parTx" presStyleLbl="revTx" presStyleIdx="2" presStyleCnt="4">
        <dgm:presLayoutVars>
          <dgm:chMax val="0"/>
          <dgm:chPref val="0"/>
        </dgm:presLayoutVars>
      </dgm:prSet>
      <dgm:spPr/>
    </dgm:pt>
    <dgm:pt modelId="{FD1EC07A-2E81-46D8-B440-8E5364988DB2}" type="pres">
      <dgm:prSet presAssocID="{B8EAA37F-7C11-41FE-9DF9-AAAFF0196E97}" presName="sibTrans" presStyleCnt="0"/>
      <dgm:spPr/>
    </dgm:pt>
    <dgm:pt modelId="{A724B136-BFD5-4105-81AF-5516BD51D72D}" type="pres">
      <dgm:prSet presAssocID="{AF50580A-327B-44B4-9837-977E0E09F086}" presName="compNode" presStyleCnt="0"/>
      <dgm:spPr/>
    </dgm:pt>
    <dgm:pt modelId="{7BDA7D36-70CA-41FD-819E-3F896DDA875E}" type="pres">
      <dgm:prSet presAssocID="{AF50580A-327B-44B4-9837-977E0E09F086}" presName="bgRect" presStyleLbl="bgShp" presStyleIdx="3" presStyleCnt="4"/>
      <dgm:spPr/>
    </dgm:pt>
    <dgm:pt modelId="{996355E6-1546-49C6-BD0B-F3BEA4DC0FD5}" type="pres">
      <dgm:prSet presAssocID="{AF50580A-327B-44B4-9837-977E0E09F0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566C46D-BE27-4152-9B8E-C233D819343D}" type="pres">
      <dgm:prSet presAssocID="{AF50580A-327B-44B4-9837-977E0E09F086}" presName="spaceRect" presStyleCnt="0"/>
      <dgm:spPr/>
    </dgm:pt>
    <dgm:pt modelId="{F80AA0B6-1B42-48BD-B013-003F75DAFA60}" type="pres">
      <dgm:prSet presAssocID="{AF50580A-327B-44B4-9837-977E0E09F08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D93D00-15B2-496E-B6A7-3C1D020C1740}" type="presOf" srcId="{28944617-60E3-4EF5-A119-D23B626AE495}" destId="{A5972A5D-CC26-485C-BA38-B5B5CFCCB408}" srcOrd="0" destOrd="0" presId="urn:microsoft.com/office/officeart/2018/2/layout/IconVerticalSolidList"/>
    <dgm:cxn modelId="{4410F324-3475-4A00-8BD5-2976510332B1}" type="presOf" srcId="{345C0293-09C8-4C2A-BB00-3389717B272D}" destId="{A32126D5-B2FD-47A5-90D0-B43CF36FB34A}" srcOrd="0" destOrd="0" presId="urn:microsoft.com/office/officeart/2018/2/layout/IconVerticalSolidList"/>
    <dgm:cxn modelId="{035E7F67-1599-4C6E-98E6-D819E647F9DD}" type="presOf" srcId="{AF50580A-327B-44B4-9837-977E0E09F086}" destId="{F80AA0B6-1B42-48BD-B013-003F75DAFA60}" srcOrd="0" destOrd="0" presId="urn:microsoft.com/office/officeart/2018/2/layout/IconVerticalSolidList"/>
    <dgm:cxn modelId="{670D8F8D-476D-476C-8A39-241302EBE51E}" srcId="{F92B60AB-CECF-4E85-BD8B-6B1798E40C00}" destId="{C3F5B541-4910-4750-8004-AD8B5CB44813}" srcOrd="0" destOrd="0" parTransId="{BFB6FED3-380F-47A9-B73B-7BF0C33FBDA3}" sibTransId="{F18F7861-A3B3-4038-9908-D2E601025599}"/>
    <dgm:cxn modelId="{C451789A-8C81-4D3E-B751-DE1CA3B71E57}" srcId="{F92B60AB-CECF-4E85-BD8B-6B1798E40C00}" destId="{345C0293-09C8-4C2A-BB00-3389717B272D}" srcOrd="2" destOrd="0" parTransId="{4EECD4EA-3487-454C-A124-E9B6A61ECC81}" sibTransId="{B8EAA37F-7C11-41FE-9DF9-AAAFF0196E97}"/>
    <dgm:cxn modelId="{1C51A1AE-7A65-4F98-A8AD-222262A07065}" srcId="{F92B60AB-CECF-4E85-BD8B-6B1798E40C00}" destId="{28944617-60E3-4EF5-A119-D23B626AE495}" srcOrd="1" destOrd="0" parTransId="{C7EE1B05-55AC-4FB9-934F-3F78AB76A15B}" sibTransId="{D3C05ECA-0971-40E8-B862-3B8888F8C7A4}"/>
    <dgm:cxn modelId="{70D3B1E3-512F-420F-83E9-144F3C3C101E}" type="presOf" srcId="{F92B60AB-CECF-4E85-BD8B-6B1798E40C00}" destId="{BE4B9441-233A-4591-8253-7E9FC2E2D8E7}" srcOrd="0" destOrd="0" presId="urn:microsoft.com/office/officeart/2018/2/layout/IconVerticalSolidList"/>
    <dgm:cxn modelId="{A4227DEC-3ABC-4A7E-BE57-7F46186F0685}" type="presOf" srcId="{C3F5B541-4910-4750-8004-AD8B5CB44813}" destId="{3767A441-FDBC-461F-976A-B30AE09B9248}" srcOrd="0" destOrd="0" presId="urn:microsoft.com/office/officeart/2018/2/layout/IconVerticalSolidList"/>
    <dgm:cxn modelId="{19598EF9-7953-40DF-A6FC-F329D519B0C0}" srcId="{F92B60AB-CECF-4E85-BD8B-6B1798E40C00}" destId="{AF50580A-327B-44B4-9837-977E0E09F086}" srcOrd="3" destOrd="0" parTransId="{A82EE237-39E3-4046-9F10-C400F1757B41}" sibTransId="{3D6EADAF-5B31-4379-A87F-0CF6A9EA79DF}"/>
    <dgm:cxn modelId="{AF73D4C3-9BA0-4D24-9222-52CE02EB4016}" type="presParOf" srcId="{BE4B9441-233A-4591-8253-7E9FC2E2D8E7}" destId="{034DCA49-00FF-4D86-B3CE-8FCBBDA0BA70}" srcOrd="0" destOrd="0" presId="urn:microsoft.com/office/officeart/2018/2/layout/IconVerticalSolidList"/>
    <dgm:cxn modelId="{931019E5-7600-42CC-B092-A8C9139985C3}" type="presParOf" srcId="{034DCA49-00FF-4D86-B3CE-8FCBBDA0BA70}" destId="{018A9A1C-7A81-4DFF-BC7F-E7651C5B2A3C}" srcOrd="0" destOrd="0" presId="urn:microsoft.com/office/officeart/2018/2/layout/IconVerticalSolidList"/>
    <dgm:cxn modelId="{493AE2E8-C3DB-4981-B15F-A4BB7AF7FC39}" type="presParOf" srcId="{034DCA49-00FF-4D86-B3CE-8FCBBDA0BA70}" destId="{B69A89F6-3B86-49A2-9005-61D6A4540EA1}" srcOrd="1" destOrd="0" presId="urn:microsoft.com/office/officeart/2018/2/layout/IconVerticalSolidList"/>
    <dgm:cxn modelId="{4230F310-741D-4D85-8665-189516CA82AA}" type="presParOf" srcId="{034DCA49-00FF-4D86-B3CE-8FCBBDA0BA70}" destId="{AE65FD97-51EE-4BC3-BBCA-DCCC4916BA5B}" srcOrd="2" destOrd="0" presId="urn:microsoft.com/office/officeart/2018/2/layout/IconVerticalSolidList"/>
    <dgm:cxn modelId="{3AC7FACC-9B4A-490F-B3EA-5E705E408763}" type="presParOf" srcId="{034DCA49-00FF-4D86-B3CE-8FCBBDA0BA70}" destId="{3767A441-FDBC-461F-976A-B30AE09B9248}" srcOrd="3" destOrd="0" presId="urn:microsoft.com/office/officeart/2018/2/layout/IconVerticalSolidList"/>
    <dgm:cxn modelId="{88D83630-7AAD-4EC0-B0D0-752178151C98}" type="presParOf" srcId="{BE4B9441-233A-4591-8253-7E9FC2E2D8E7}" destId="{D004217D-E6A9-4A4C-B91E-8502B1E15093}" srcOrd="1" destOrd="0" presId="urn:microsoft.com/office/officeart/2018/2/layout/IconVerticalSolidList"/>
    <dgm:cxn modelId="{CE681CB2-306A-4547-B6C7-A02A7CEB779D}" type="presParOf" srcId="{BE4B9441-233A-4591-8253-7E9FC2E2D8E7}" destId="{FC2A4677-132B-4880-8A7B-2AA67A5D8162}" srcOrd="2" destOrd="0" presId="urn:microsoft.com/office/officeart/2018/2/layout/IconVerticalSolidList"/>
    <dgm:cxn modelId="{EB757319-E5EB-402E-835A-EBEF86F1F1B5}" type="presParOf" srcId="{FC2A4677-132B-4880-8A7B-2AA67A5D8162}" destId="{5A6D993C-E313-419F-A411-BE3C952DDEDE}" srcOrd="0" destOrd="0" presId="urn:microsoft.com/office/officeart/2018/2/layout/IconVerticalSolidList"/>
    <dgm:cxn modelId="{D4B0989A-B715-4F2A-9BF1-313BD1816FC7}" type="presParOf" srcId="{FC2A4677-132B-4880-8A7B-2AA67A5D8162}" destId="{259BACFE-AD81-4B67-9E72-839B6A81A93C}" srcOrd="1" destOrd="0" presId="urn:microsoft.com/office/officeart/2018/2/layout/IconVerticalSolidList"/>
    <dgm:cxn modelId="{68AED6C3-C8C2-4296-B65B-9B38FF21E7B4}" type="presParOf" srcId="{FC2A4677-132B-4880-8A7B-2AA67A5D8162}" destId="{A6729EBB-C28E-4F2D-84DA-EC916417AB13}" srcOrd="2" destOrd="0" presId="urn:microsoft.com/office/officeart/2018/2/layout/IconVerticalSolidList"/>
    <dgm:cxn modelId="{1E6E9E67-0740-44D1-A6AB-2FA86D9AC463}" type="presParOf" srcId="{FC2A4677-132B-4880-8A7B-2AA67A5D8162}" destId="{A5972A5D-CC26-485C-BA38-B5B5CFCCB408}" srcOrd="3" destOrd="0" presId="urn:microsoft.com/office/officeart/2018/2/layout/IconVerticalSolidList"/>
    <dgm:cxn modelId="{2349E4BF-B480-4155-88F1-E493B1162669}" type="presParOf" srcId="{BE4B9441-233A-4591-8253-7E9FC2E2D8E7}" destId="{1F7406DC-8FBB-478E-9DB5-C6FCAD7A88E3}" srcOrd="3" destOrd="0" presId="urn:microsoft.com/office/officeart/2018/2/layout/IconVerticalSolidList"/>
    <dgm:cxn modelId="{46BDCE7B-3814-42DD-B67D-00DBC533B7CE}" type="presParOf" srcId="{BE4B9441-233A-4591-8253-7E9FC2E2D8E7}" destId="{7F942CE3-8C38-4231-8BE5-09BA3C60FA71}" srcOrd="4" destOrd="0" presId="urn:microsoft.com/office/officeart/2018/2/layout/IconVerticalSolidList"/>
    <dgm:cxn modelId="{9752A156-90BC-4732-93BD-0FA5001E70A8}" type="presParOf" srcId="{7F942CE3-8C38-4231-8BE5-09BA3C60FA71}" destId="{11C55887-05BA-480A-9C7F-04A63591A58C}" srcOrd="0" destOrd="0" presId="urn:microsoft.com/office/officeart/2018/2/layout/IconVerticalSolidList"/>
    <dgm:cxn modelId="{C6D71105-FF5A-44C1-9C65-696B7D66A3C7}" type="presParOf" srcId="{7F942CE3-8C38-4231-8BE5-09BA3C60FA71}" destId="{D8D9EA99-4F2E-4EF6-B604-EED39A22A35A}" srcOrd="1" destOrd="0" presId="urn:microsoft.com/office/officeart/2018/2/layout/IconVerticalSolidList"/>
    <dgm:cxn modelId="{B6BD8101-3CC7-483F-8EAE-DBB0A4E3AE66}" type="presParOf" srcId="{7F942CE3-8C38-4231-8BE5-09BA3C60FA71}" destId="{41C908CA-25E8-4614-B5E7-D5F1DA803714}" srcOrd="2" destOrd="0" presId="urn:microsoft.com/office/officeart/2018/2/layout/IconVerticalSolidList"/>
    <dgm:cxn modelId="{1C1A12DE-AA81-48CB-8560-DF587AE843FA}" type="presParOf" srcId="{7F942CE3-8C38-4231-8BE5-09BA3C60FA71}" destId="{A32126D5-B2FD-47A5-90D0-B43CF36FB34A}" srcOrd="3" destOrd="0" presId="urn:microsoft.com/office/officeart/2018/2/layout/IconVerticalSolidList"/>
    <dgm:cxn modelId="{C05754B7-5655-4483-996B-9E0576488D97}" type="presParOf" srcId="{BE4B9441-233A-4591-8253-7E9FC2E2D8E7}" destId="{FD1EC07A-2E81-46D8-B440-8E5364988DB2}" srcOrd="5" destOrd="0" presId="urn:microsoft.com/office/officeart/2018/2/layout/IconVerticalSolidList"/>
    <dgm:cxn modelId="{FF2FEA14-A3B4-4FA9-BA5C-9C3049C55414}" type="presParOf" srcId="{BE4B9441-233A-4591-8253-7E9FC2E2D8E7}" destId="{A724B136-BFD5-4105-81AF-5516BD51D72D}" srcOrd="6" destOrd="0" presId="urn:microsoft.com/office/officeart/2018/2/layout/IconVerticalSolidList"/>
    <dgm:cxn modelId="{11F17404-2A3C-488E-B260-6084A2D3A8A3}" type="presParOf" srcId="{A724B136-BFD5-4105-81AF-5516BD51D72D}" destId="{7BDA7D36-70CA-41FD-819E-3F896DDA875E}" srcOrd="0" destOrd="0" presId="urn:microsoft.com/office/officeart/2018/2/layout/IconVerticalSolidList"/>
    <dgm:cxn modelId="{92B45DAC-20C3-4FE2-B12F-5A81CC926446}" type="presParOf" srcId="{A724B136-BFD5-4105-81AF-5516BD51D72D}" destId="{996355E6-1546-49C6-BD0B-F3BEA4DC0FD5}" srcOrd="1" destOrd="0" presId="urn:microsoft.com/office/officeart/2018/2/layout/IconVerticalSolidList"/>
    <dgm:cxn modelId="{EB098FF7-260F-42FE-AAC6-85E6F2E5FF6E}" type="presParOf" srcId="{A724B136-BFD5-4105-81AF-5516BD51D72D}" destId="{8566C46D-BE27-4152-9B8E-C233D819343D}" srcOrd="2" destOrd="0" presId="urn:microsoft.com/office/officeart/2018/2/layout/IconVerticalSolidList"/>
    <dgm:cxn modelId="{EF6B1EDE-F2D8-4CCC-AD7A-D884080FB9DA}" type="presParOf" srcId="{A724B136-BFD5-4105-81AF-5516BD51D72D}" destId="{F80AA0B6-1B42-48BD-B013-003F75DAFA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5004D4-4256-4B80-9AEC-3AFC0445B18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D38F08-CAD6-4909-8A0A-12C964CBCB4B}">
      <dgm:prSet/>
      <dgm:spPr/>
      <dgm:t>
        <a:bodyPr/>
        <a:lstStyle/>
        <a:p>
          <a:r>
            <a:rPr lang="en-US"/>
            <a:t>Improve personalized recommendations</a:t>
          </a:r>
        </a:p>
      </dgm:t>
    </dgm:pt>
    <dgm:pt modelId="{18536E65-D721-4F24-9092-84F16006F86F}" type="parTrans" cxnId="{D762E27C-E2E4-41B9-A205-19DEF397AD3C}">
      <dgm:prSet/>
      <dgm:spPr/>
      <dgm:t>
        <a:bodyPr/>
        <a:lstStyle/>
        <a:p>
          <a:endParaRPr lang="en-US"/>
        </a:p>
      </dgm:t>
    </dgm:pt>
    <dgm:pt modelId="{6610E11B-8865-4442-87B6-8758777C97DD}" type="sibTrans" cxnId="{D762E27C-E2E4-41B9-A205-19DEF397AD3C}">
      <dgm:prSet/>
      <dgm:spPr/>
      <dgm:t>
        <a:bodyPr/>
        <a:lstStyle/>
        <a:p>
          <a:endParaRPr lang="en-US"/>
        </a:p>
      </dgm:t>
    </dgm:pt>
    <dgm:pt modelId="{38E27BBC-1BA4-4B85-ABEA-DF018A841CBD}">
      <dgm:prSet/>
      <dgm:spPr/>
      <dgm:t>
        <a:bodyPr/>
        <a:lstStyle/>
        <a:p>
          <a:r>
            <a:rPr lang="en-US"/>
            <a:t>Suggest similar artists</a:t>
          </a:r>
        </a:p>
      </dgm:t>
    </dgm:pt>
    <dgm:pt modelId="{0062E9A0-17C1-43C9-AFA1-B89C941B1C7C}" type="parTrans" cxnId="{C408EEEC-2806-42B8-A244-860D33725E49}">
      <dgm:prSet/>
      <dgm:spPr/>
      <dgm:t>
        <a:bodyPr/>
        <a:lstStyle/>
        <a:p>
          <a:endParaRPr lang="en-US"/>
        </a:p>
      </dgm:t>
    </dgm:pt>
    <dgm:pt modelId="{655E003E-0DF0-401A-B621-9D65CAAA8753}" type="sibTrans" cxnId="{C408EEEC-2806-42B8-A244-860D33725E49}">
      <dgm:prSet/>
      <dgm:spPr/>
      <dgm:t>
        <a:bodyPr/>
        <a:lstStyle/>
        <a:p>
          <a:endParaRPr lang="en-US"/>
        </a:p>
      </dgm:t>
    </dgm:pt>
    <dgm:pt modelId="{CC76D3C1-6754-4ED6-8B56-0645F27DBDB8}">
      <dgm:prSet/>
      <dgm:spPr/>
      <dgm:t>
        <a:bodyPr/>
        <a:lstStyle/>
        <a:p>
          <a:r>
            <a:rPr lang="en-US"/>
            <a:t>Balance popular and new songs</a:t>
          </a:r>
        </a:p>
      </dgm:t>
    </dgm:pt>
    <dgm:pt modelId="{BA74B0F0-9F60-4862-8A27-9FA33F72D9D8}" type="parTrans" cxnId="{B4635C82-2158-4491-9979-EC84EE81B5CE}">
      <dgm:prSet/>
      <dgm:spPr/>
      <dgm:t>
        <a:bodyPr/>
        <a:lstStyle/>
        <a:p>
          <a:endParaRPr lang="en-US"/>
        </a:p>
      </dgm:t>
    </dgm:pt>
    <dgm:pt modelId="{7DA35C40-8EE0-4B6C-A273-64C1866F342A}" type="sibTrans" cxnId="{B4635C82-2158-4491-9979-EC84EE81B5CE}">
      <dgm:prSet/>
      <dgm:spPr/>
      <dgm:t>
        <a:bodyPr/>
        <a:lstStyle/>
        <a:p>
          <a:endParaRPr lang="en-US"/>
        </a:p>
      </dgm:t>
    </dgm:pt>
    <dgm:pt modelId="{DA3E7034-BA28-473C-BC70-22D260F96ADA}" type="pres">
      <dgm:prSet presAssocID="{8C5004D4-4256-4B80-9AEC-3AFC0445B183}" presName="root" presStyleCnt="0">
        <dgm:presLayoutVars>
          <dgm:dir/>
          <dgm:resizeHandles val="exact"/>
        </dgm:presLayoutVars>
      </dgm:prSet>
      <dgm:spPr/>
    </dgm:pt>
    <dgm:pt modelId="{F9C48D8C-7E85-42F1-840A-7D9DCCC7487C}" type="pres">
      <dgm:prSet presAssocID="{39D38F08-CAD6-4909-8A0A-12C964CBCB4B}" presName="compNode" presStyleCnt="0"/>
      <dgm:spPr/>
    </dgm:pt>
    <dgm:pt modelId="{8EC68264-B400-488A-942B-6B29425BB032}" type="pres">
      <dgm:prSet presAssocID="{39D38F08-CAD6-4909-8A0A-12C964CBCB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4783E99-D034-46C8-99E5-8F0246B9C64D}" type="pres">
      <dgm:prSet presAssocID="{39D38F08-CAD6-4909-8A0A-12C964CBCB4B}" presName="spaceRect" presStyleCnt="0"/>
      <dgm:spPr/>
    </dgm:pt>
    <dgm:pt modelId="{F51C4455-0B7A-486B-9981-A1D350A9071D}" type="pres">
      <dgm:prSet presAssocID="{39D38F08-CAD6-4909-8A0A-12C964CBCB4B}" presName="textRect" presStyleLbl="revTx" presStyleIdx="0" presStyleCnt="3">
        <dgm:presLayoutVars>
          <dgm:chMax val="1"/>
          <dgm:chPref val="1"/>
        </dgm:presLayoutVars>
      </dgm:prSet>
      <dgm:spPr/>
    </dgm:pt>
    <dgm:pt modelId="{B1B2215E-3E29-47C1-A61D-025500E80402}" type="pres">
      <dgm:prSet presAssocID="{6610E11B-8865-4442-87B6-8758777C97DD}" presName="sibTrans" presStyleCnt="0"/>
      <dgm:spPr/>
    </dgm:pt>
    <dgm:pt modelId="{0A9707C6-3F95-49BE-B8C5-6BA204DDB05E}" type="pres">
      <dgm:prSet presAssocID="{38E27BBC-1BA4-4B85-ABEA-DF018A841CBD}" presName="compNode" presStyleCnt="0"/>
      <dgm:spPr/>
    </dgm:pt>
    <dgm:pt modelId="{682F141E-DA91-4385-A457-9A0CB6B4F560}" type="pres">
      <dgm:prSet presAssocID="{38E27BBC-1BA4-4B85-ABEA-DF018A841CB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41F43091-662D-4632-BC31-D4173E87AD80}" type="pres">
      <dgm:prSet presAssocID="{38E27BBC-1BA4-4B85-ABEA-DF018A841CBD}" presName="spaceRect" presStyleCnt="0"/>
      <dgm:spPr/>
    </dgm:pt>
    <dgm:pt modelId="{BEF5CC1E-B8A4-4FCE-BAA3-09D3C6AE1A3F}" type="pres">
      <dgm:prSet presAssocID="{38E27BBC-1BA4-4B85-ABEA-DF018A841CBD}" presName="textRect" presStyleLbl="revTx" presStyleIdx="1" presStyleCnt="3">
        <dgm:presLayoutVars>
          <dgm:chMax val="1"/>
          <dgm:chPref val="1"/>
        </dgm:presLayoutVars>
      </dgm:prSet>
      <dgm:spPr/>
    </dgm:pt>
    <dgm:pt modelId="{25FCC44A-A7FB-41B6-A758-F3D01FD46533}" type="pres">
      <dgm:prSet presAssocID="{655E003E-0DF0-401A-B621-9D65CAAA8753}" presName="sibTrans" presStyleCnt="0"/>
      <dgm:spPr/>
    </dgm:pt>
    <dgm:pt modelId="{30EE5F32-5420-4D8C-A07F-5BC8C194B248}" type="pres">
      <dgm:prSet presAssocID="{CC76D3C1-6754-4ED6-8B56-0645F27DBDB8}" presName="compNode" presStyleCnt="0"/>
      <dgm:spPr/>
    </dgm:pt>
    <dgm:pt modelId="{3BA0D9F7-5615-409E-9C7F-FC192A81FF6F}" type="pres">
      <dgm:prSet presAssocID="{CC76D3C1-6754-4ED6-8B56-0645F27DBDB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"/>
        </a:ext>
      </dgm:extLst>
    </dgm:pt>
    <dgm:pt modelId="{07DF2912-16A7-4E6F-B415-0A77E8CC8813}" type="pres">
      <dgm:prSet presAssocID="{CC76D3C1-6754-4ED6-8B56-0645F27DBDB8}" presName="spaceRect" presStyleCnt="0"/>
      <dgm:spPr/>
    </dgm:pt>
    <dgm:pt modelId="{15E1AF0D-8EF7-44C0-9CF2-95A86A475D91}" type="pres">
      <dgm:prSet presAssocID="{CC76D3C1-6754-4ED6-8B56-0645F27DBDB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C55CA02-569A-464F-9B45-98D9F519675F}" type="presOf" srcId="{38E27BBC-1BA4-4B85-ABEA-DF018A841CBD}" destId="{BEF5CC1E-B8A4-4FCE-BAA3-09D3C6AE1A3F}" srcOrd="0" destOrd="0" presId="urn:microsoft.com/office/officeart/2018/2/layout/IconLabelList"/>
    <dgm:cxn modelId="{C55D4677-5F76-4E1B-A818-E8E68D2B78BA}" type="presOf" srcId="{8C5004D4-4256-4B80-9AEC-3AFC0445B183}" destId="{DA3E7034-BA28-473C-BC70-22D260F96ADA}" srcOrd="0" destOrd="0" presId="urn:microsoft.com/office/officeart/2018/2/layout/IconLabelList"/>
    <dgm:cxn modelId="{D762E27C-E2E4-41B9-A205-19DEF397AD3C}" srcId="{8C5004D4-4256-4B80-9AEC-3AFC0445B183}" destId="{39D38F08-CAD6-4909-8A0A-12C964CBCB4B}" srcOrd="0" destOrd="0" parTransId="{18536E65-D721-4F24-9092-84F16006F86F}" sibTransId="{6610E11B-8865-4442-87B6-8758777C97DD}"/>
    <dgm:cxn modelId="{B4635C82-2158-4491-9979-EC84EE81B5CE}" srcId="{8C5004D4-4256-4B80-9AEC-3AFC0445B183}" destId="{CC76D3C1-6754-4ED6-8B56-0645F27DBDB8}" srcOrd="2" destOrd="0" parTransId="{BA74B0F0-9F60-4862-8A27-9FA33F72D9D8}" sibTransId="{7DA35C40-8EE0-4B6C-A273-64C1866F342A}"/>
    <dgm:cxn modelId="{C1A56F90-9DA0-462B-A539-ECB73DB431E1}" type="presOf" srcId="{CC76D3C1-6754-4ED6-8B56-0645F27DBDB8}" destId="{15E1AF0D-8EF7-44C0-9CF2-95A86A475D91}" srcOrd="0" destOrd="0" presId="urn:microsoft.com/office/officeart/2018/2/layout/IconLabelList"/>
    <dgm:cxn modelId="{C408EEEC-2806-42B8-A244-860D33725E49}" srcId="{8C5004D4-4256-4B80-9AEC-3AFC0445B183}" destId="{38E27BBC-1BA4-4B85-ABEA-DF018A841CBD}" srcOrd="1" destOrd="0" parTransId="{0062E9A0-17C1-43C9-AFA1-B89C941B1C7C}" sibTransId="{655E003E-0DF0-401A-B621-9D65CAAA8753}"/>
    <dgm:cxn modelId="{1DCCF3F5-D599-4049-966C-BB656FD23C09}" type="presOf" srcId="{39D38F08-CAD6-4909-8A0A-12C964CBCB4B}" destId="{F51C4455-0B7A-486B-9981-A1D350A9071D}" srcOrd="0" destOrd="0" presId="urn:microsoft.com/office/officeart/2018/2/layout/IconLabelList"/>
    <dgm:cxn modelId="{22F969F2-8867-4956-BFAB-464E90A32190}" type="presParOf" srcId="{DA3E7034-BA28-473C-BC70-22D260F96ADA}" destId="{F9C48D8C-7E85-42F1-840A-7D9DCCC7487C}" srcOrd="0" destOrd="0" presId="urn:microsoft.com/office/officeart/2018/2/layout/IconLabelList"/>
    <dgm:cxn modelId="{690A9CEE-41F9-483F-93D9-7D946D7474F0}" type="presParOf" srcId="{F9C48D8C-7E85-42F1-840A-7D9DCCC7487C}" destId="{8EC68264-B400-488A-942B-6B29425BB032}" srcOrd="0" destOrd="0" presId="urn:microsoft.com/office/officeart/2018/2/layout/IconLabelList"/>
    <dgm:cxn modelId="{F7BE6BC7-32A1-4D93-8DD8-965C2D4A4E93}" type="presParOf" srcId="{F9C48D8C-7E85-42F1-840A-7D9DCCC7487C}" destId="{94783E99-D034-46C8-99E5-8F0246B9C64D}" srcOrd="1" destOrd="0" presId="urn:microsoft.com/office/officeart/2018/2/layout/IconLabelList"/>
    <dgm:cxn modelId="{0592FB6D-8F13-49ED-8C59-BFAC4A5C9F45}" type="presParOf" srcId="{F9C48D8C-7E85-42F1-840A-7D9DCCC7487C}" destId="{F51C4455-0B7A-486B-9981-A1D350A9071D}" srcOrd="2" destOrd="0" presId="urn:microsoft.com/office/officeart/2018/2/layout/IconLabelList"/>
    <dgm:cxn modelId="{CB926C08-B8D6-4759-8D0B-A4D47E38E144}" type="presParOf" srcId="{DA3E7034-BA28-473C-BC70-22D260F96ADA}" destId="{B1B2215E-3E29-47C1-A61D-025500E80402}" srcOrd="1" destOrd="0" presId="urn:microsoft.com/office/officeart/2018/2/layout/IconLabelList"/>
    <dgm:cxn modelId="{1266D022-E1AD-4ED6-95EE-7C819618CBE7}" type="presParOf" srcId="{DA3E7034-BA28-473C-BC70-22D260F96ADA}" destId="{0A9707C6-3F95-49BE-B8C5-6BA204DDB05E}" srcOrd="2" destOrd="0" presId="urn:microsoft.com/office/officeart/2018/2/layout/IconLabelList"/>
    <dgm:cxn modelId="{10BE4045-D741-43CD-83E9-654C2FDB62EE}" type="presParOf" srcId="{0A9707C6-3F95-49BE-B8C5-6BA204DDB05E}" destId="{682F141E-DA91-4385-A457-9A0CB6B4F560}" srcOrd="0" destOrd="0" presId="urn:microsoft.com/office/officeart/2018/2/layout/IconLabelList"/>
    <dgm:cxn modelId="{D2C70F09-FB9B-495F-A462-C570A4683C76}" type="presParOf" srcId="{0A9707C6-3F95-49BE-B8C5-6BA204DDB05E}" destId="{41F43091-662D-4632-BC31-D4173E87AD80}" srcOrd="1" destOrd="0" presId="urn:microsoft.com/office/officeart/2018/2/layout/IconLabelList"/>
    <dgm:cxn modelId="{2E70E44A-FC7F-4915-805B-21CBB045DDDD}" type="presParOf" srcId="{0A9707C6-3F95-49BE-B8C5-6BA204DDB05E}" destId="{BEF5CC1E-B8A4-4FCE-BAA3-09D3C6AE1A3F}" srcOrd="2" destOrd="0" presId="urn:microsoft.com/office/officeart/2018/2/layout/IconLabelList"/>
    <dgm:cxn modelId="{2D6AE58F-8B8B-447F-B8E8-0FDAE8403155}" type="presParOf" srcId="{DA3E7034-BA28-473C-BC70-22D260F96ADA}" destId="{25FCC44A-A7FB-41B6-A758-F3D01FD46533}" srcOrd="3" destOrd="0" presId="urn:microsoft.com/office/officeart/2018/2/layout/IconLabelList"/>
    <dgm:cxn modelId="{9AB94A7B-2FC3-4541-83A1-069677EFD294}" type="presParOf" srcId="{DA3E7034-BA28-473C-BC70-22D260F96ADA}" destId="{30EE5F32-5420-4D8C-A07F-5BC8C194B248}" srcOrd="4" destOrd="0" presId="urn:microsoft.com/office/officeart/2018/2/layout/IconLabelList"/>
    <dgm:cxn modelId="{0F47C8EB-8153-49C9-954B-FFCF6ECDD06D}" type="presParOf" srcId="{30EE5F32-5420-4D8C-A07F-5BC8C194B248}" destId="{3BA0D9F7-5615-409E-9C7F-FC192A81FF6F}" srcOrd="0" destOrd="0" presId="urn:microsoft.com/office/officeart/2018/2/layout/IconLabelList"/>
    <dgm:cxn modelId="{43D9E9B8-F0ED-44E8-9E5D-F042666480F9}" type="presParOf" srcId="{30EE5F32-5420-4D8C-A07F-5BC8C194B248}" destId="{07DF2912-16A7-4E6F-B415-0A77E8CC8813}" srcOrd="1" destOrd="0" presId="urn:microsoft.com/office/officeart/2018/2/layout/IconLabelList"/>
    <dgm:cxn modelId="{05B8BFC4-8664-4685-AE7A-B1E59E52AD50}" type="presParOf" srcId="{30EE5F32-5420-4D8C-A07F-5BC8C194B248}" destId="{15E1AF0D-8EF7-44C0-9CF2-95A86A475D9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32A04D-C3C4-490B-B9ED-C822644B1FB6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EA45C3-491E-46E4-83D1-571DAE0EB5F0}">
      <dgm:prSet/>
      <dgm:spPr/>
      <dgm:t>
        <a:bodyPr/>
        <a:lstStyle/>
        <a:p>
          <a:r>
            <a:rPr lang="en-US"/>
            <a:t>Add audio features</a:t>
          </a:r>
        </a:p>
      </dgm:t>
    </dgm:pt>
    <dgm:pt modelId="{EA55924A-C2D2-49C1-B625-6A48C93C4E89}" type="parTrans" cxnId="{474202FE-3757-4AAB-BA72-8D10ADD495F0}">
      <dgm:prSet/>
      <dgm:spPr/>
      <dgm:t>
        <a:bodyPr/>
        <a:lstStyle/>
        <a:p>
          <a:endParaRPr lang="en-US"/>
        </a:p>
      </dgm:t>
    </dgm:pt>
    <dgm:pt modelId="{BDA56BEC-A161-4A24-8342-DC7C881CDBD5}" type="sibTrans" cxnId="{474202FE-3757-4AAB-BA72-8D10ADD495F0}">
      <dgm:prSet/>
      <dgm:spPr/>
      <dgm:t>
        <a:bodyPr/>
        <a:lstStyle/>
        <a:p>
          <a:endParaRPr lang="en-US"/>
        </a:p>
      </dgm:t>
    </dgm:pt>
    <dgm:pt modelId="{530E2375-174E-418B-A68D-7411473A6A67}">
      <dgm:prSet/>
      <dgm:spPr/>
      <dgm:t>
        <a:bodyPr/>
        <a:lstStyle/>
        <a:p>
          <a:r>
            <a:rPr lang="en-US"/>
            <a:t>Mood clustering</a:t>
          </a:r>
        </a:p>
      </dgm:t>
    </dgm:pt>
    <dgm:pt modelId="{1A6A00FB-4C44-496F-8BDE-E2A5F0E0AF29}" type="parTrans" cxnId="{9AAD90F6-4EB0-467A-9FC0-B47C2A0E2676}">
      <dgm:prSet/>
      <dgm:spPr/>
      <dgm:t>
        <a:bodyPr/>
        <a:lstStyle/>
        <a:p>
          <a:endParaRPr lang="en-US"/>
        </a:p>
      </dgm:t>
    </dgm:pt>
    <dgm:pt modelId="{C52CDEFE-9EF0-4FBF-8755-5442CB881FF0}" type="sibTrans" cxnId="{9AAD90F6-4EB0-467A-9FC0-B47C2A0E2676}">
      <dgm:prSet/>
      <dgm:spPr/>
      <dgm:t>
        <a:bodyPr/>
        <a:lstStyle/>
        <a:p>
          <a:endParaRPr lang="en-US"/>
        </a:p>
      </dgm:t>
    </dgm:pt>
    <dgm:pt modelId="{B71CAAD4-B0B9-4D8B-B604-C5A73C898C13}">
      <dgm:prSet/>
      <dgm:spPr/>
      <dgm:t>
        <a:bodyPr/>
        <a:lstStyle/>
        <a:p>
          <a:r>
            <a:rPr lang="en-US"/>
            <a:t>Listening history and skips</a:t>
          </a:r>
        </a:p>
      </dgm:t>
    </dgm:pt>
    <dgm:pt modelId="{180B0375-69E3-4564-8A3B-36CE73572FA5}" type="parTrans" cxnId="{4FA6BBC0-6E39-4466-8B05-5C98EA617A7A}">
      <dgm:prSet/>
      <dgm:spPr/>
      <dgm:t>
        <a:bodyPr/>
        <a:lstStyle/>
        <a:p>
          <a:endParaRPr lang="en-US"/>
        </a:p>
      </dgm:t>
    </dgm:pt>
    <dgm:pt modelId="{9EB81BF8-265F-47B4-B1EF-E26E9E7EF7D0}" type="sibTrans" cxnId="{4FA6BBC0-6E39-4466-8B05-5C98EA617A7A}">
      <dgm:prSet/>
      <dgm:spPr/>
      <dgm:t>
        <a:bodyPr/>
        <a:lstStyle/>
        <a:p>
          <a:endParaRPr lang="en-US"/>
        </a:p>
      </dgm:t>
    </dgm:pt>
    <dgm:pt modelId="{14CC729F-1EA7-E244-AB02-6737C7CE1819}" type="pres">
      <dgm:prSet presAssocID="{F832A04D-C3C4-490B-B9ED-C822644B1FB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AECE7F2-CA08-B14E-9DC5-6A3BD09A2F1D}" type="pres">
      <dgm:prSet presAssocID="{C8EA45C3-491E-46E4-83D1-571DAE0EB5F0}" presName="hierRoot1" presStyleCnt="0"/>
      <dgm:spPr/>
    </dgm:pt>
    <dgm:pt modelId="{6D67E685-27DC-E74E-A542-CAC50D7DFD3E}" type="pres">
      <dgm:prSet presAssocID="{C8EA45C3-491E-46E4-83D1-571DAE0EB5F0}" presName="composite" presStyleCnt="0"/>
      <dgm:spPr/>
    </dgm:pt>
    <dgm:pt modelId="{9C875096-1E78-B84B-A110-1798E02FE5E7}" type="pres">
      <dgm:prSet presAssocID="{C8EA45C3-491E-46E4-83D1-571DAE0EB5F0}" presName="background" presStyleLbl="node0" presStyleIdx="0" presStyleCnt="3"/>
      <dgm:spPr/>
    </dgm:pt>
    <dgm:pt modelId="{ED0EE2E8-9A4A-5E42-BF03-F82775ADEC8D}" type="pres">
      <dgm:prSet presAssocID="{C8EA45C3-491E-46E4-83D1-571DAE0EB5F0}" presName="text" presStyleLbl="fgAcc0" presStyleIdx="0" presStyleCnt="3">
        <dgm:presLayoutVars>
          <dgm:chPref val="3"/>
        </dgm:presLayoutVars>
      </dgm:prSet>
      <dgm:spPr/>
    </dgm:pt>
    <dgm:pt modelId="{0C53AB33-1268-5F4D-8DB9-23A23F883D13}" type="pres">
      <dgm:prSet presAssocID="{C8EA45C3-491E-46E4-83D1-571DAE0EB5F0}" presName="hierChild2" presStyleCnt="0"/>
      <dgm:spPr/>
    </dgm:pt>
    <dgm:pt modelId="{9D2D43DA-AA03-854F-A294-ECB044AC4217}" type="pres">
      <dgm:prSet presAssocID="{530E2375-174E-418B-A68D-7411473A6A67}" presName="hierRoot1" presStyleCnt="0"/>
      <dgm:spPr/>
    </dgm:pt>
    <dgm:pt modelId="{6CEBDCEA-0F74-8C41-9B90-B41EB32190BB}" type="pres">
      <dgm:prSet presAssocID="{530E2375-174E-418B-A68D-7411473A6A67}" presName="composite" presStyleCnt="0"/>
      <dgm:spPr/>
    </dgm:pt>
    <dgm:pt modelId="{D1B7C77D-B0CA-6146-96D4-DCAEEBA5820E}" type="pres">
      <dgm:prSet presAssocID="{530E2375-174E-418B-A68D-7411473A6A67}" presName="background" presStyleLbl="node0" presStyleIdx="1" presStyleCnt="3"/>
      <dgm:spPr/>
    </dgm:pt>
    <dgm:pt modelId="{5499B15C-26AD-2847-8AE6-714F86944EBA}" type="pres">
      <dgm:prSet presAssocID="{530E2375-174E-418B-A68D-7411473A6A67}" presName="text" presStyleLbl="fgAcc0" presStyleIdx="1" presStyleCnt="3">
        <dgm:presLayoutVars>
          <dgm:chPref val="3"/>
        </dgm:presLayoutVars>
      </dgm:prSet>
      <dgm:spPr/>
    </dgm:pt>
    <dgm:pt modelId="{232782BE-9B94-EC4E-90AD-F754BF8B5D8D}" type="pres">
      <dgm:prSet presAssocID="{530E2375-174E-418B-A68D-7411473A6A67}" presName="hierChild2" presStyleCnt="0"/>
      <dgm:spPr/>
    </dgm:pt>
    <dgm:pt modelId="{7C5A504B-BE49-3242-8021-FFDDDEA4C1DE}" type="pres">
      <dgm:prSet presAssocID="{B71CAAD4-B0B9-4D8B-B604-C5A73C898C13}" presName="hierRoot1" presStyleCnt="0"/>
      <dgm:spPr/>
    </dgm:pt>
    <dgm:pt modelId="{B972715A-C19E-8D45-8048-CEA742187B0A}" type="pres">
      <dgm:prSet presAssocID="{B71CAAD4-B0B9-4D8B-B604-C5A73C898C13}" presName="composite" presStyleCnt="0"/>
      <dgm:spPr/>
    </dgm:pt>
    <dgm:pt modelId="{66552539-4212-3D49-8DB5-3C27ECF9E3FA}" type="pres">
      <dgm:prSet presAssocID="{B71CAAD4-B0B9-4D8B-B604-C5A73C898C13}" presName="background" presStyleLbl="node0" presStyleIdx="2" presStyleCnt="3"/>
      <dgm:spPr/>
    </dgm:pt>
    <dgm:pt modelId="{3EB9BEAF-F97B-334E-BF9E-9D7AEF769C2C}" type="pres">
      <dgm:prSet presAssocID="{B71CAAD4-B0B9-4D8B-B604-C5A73C898C13}" presName="text" presStyleLbl="fgAcc0" presStyleIdx="2" presStyleCnt="3">
        <dgm:presLayoutVars>
          <dgm:chPref val="3"/>
        </dgm:presLayoutVars>
      </dgm:prSet>
      <dgm:spPr/>
    </dgm:pt>
    <dgm:pt modelId="{2030B923-7656-1A45-BCC3-1522673954E2}" type="pres">
      <dgm:prSet presAssocID="{B71CAAD4-B0B9-4D8B-B604-C5A73C898C13}" presName="hierChild2" presStyleCnt="0"/>
      <dgm:spPr/>
    </dgm:pt>
  </dgm:ptLst>
  <dgm:cxnLst>
    <dgm:cxn modelId="{1E036E25-18EC-274D-AA1A-5376D2E75AA5}" type="presOf" srcId="{F832A04D-C3C4-490B-B9ED-C822644B1FB6}" destId="{14CC729F-1EA7-E244-AB02-6737C7CE1819}" srcOrd="0" destOrd="0" presId="urn:microsoft.com/office/officeart/2005/8/layout/hierarchy1"/>
    <dgm:cxn modelId="{DF06AF2C-7763-1F48-B4F4-F83264A719D5}" type="presOf" srcId="{C8EA45C3-491E-46E4-83D1-571DAE0EB5F0}" destId="{ED0EE2E8-9A4A-5E42-BF03-F82775ADEC8D}" srcOrd="0" destOrd="0" presId="urn:microsoft.com/office/officeart/2005/8/layout/hierarchy1"/>
    <dgm:cxn modelId="{1CA6B174-B013-3843-8775-DF6114DD7137}" type="presOf" srcId="{B71CAAD4-B0B9-4D8B-B604-C5A73C898C13}" destId="{3EB9BEAF-F97B-334E-BF9E-9D7AEF769C2C}" srcOrd="0" destOrd="0" presId="urn:microsoft.com/office/officeart/2005/8/layout/hierarchy1"/>
    <dgm:cxn modelId="{6E53E7A2-5624-D54A-B4A7-227E2ACB3EB2}" type="presOf" srcId="{530E2375-174E-418B-A68D-7411473A6A67}" destId="{5499B15C-26AD-2847-8AE6-714F86944EBA}" srcOrd="0" destOrd="0" presId="urn:microsoft.com/office/officeart/2005/8/layout/hierarchy1"/>
    <dgm:cxn modelId="{4FA6BBC0-6E39-4466-8B05-5C98EA617A7A}" srcId="{F832A04D-C3C4-490B-B9ED-C822644B1FB6}" destId="{B71CAAD4-B0B9-4D8B-B604-C5A73C898C13}" srcOrd="2" destOrd="0" parTransId="{180B0375-69E3-4564-8A3B-36CE73572FA5}" sibTransId="{9EB81BF8-265F-47B4-B1EF-E26E9E7EF7D0}"/>
    <dgm:cxn modelId="{9AAD90F6-4EB0-467A-9FC0-B47C2A0E2676}" srcId="{F832A04D-C3C4-490B-B9ED-C822644B1FB6}" destId="{530E2375-174E-418B-A68D-7411473A6A67}" srcOrd="1" destOrd="0" parTransId="{1A6A00FB-4C44-496F-8BDE-E2A5F0E0AF29}" sibTransId="{C52CDEFE-9EF0-4FBF-8755-5442CB881FF0}"/>
    <dgm:cxn modelId="{474202FE-3757-4AAB-BA72-8D10ADD495F0}" srcId="{F832A04D-C3C4-490B-B9ED-C822644B1FB6}" destId="{C8EA45C3-491E-46E4-83D1-571DAE0EB5F0}" srcOrd="0" destOrd="0" parTransId="{EA55924A-C2D2-49C1-B625-6A48C93C4E89}" sibTransId="{BDA56BEC-A161-4A24-8342-DC7C881CDBD5}"/>
    <dgm:cxn modelId="{BEDB4D7F-B552-B94D-AB5B-5C658732C443}" type="presParOf" srcId="{14CC729F-1EA7-E244-AB02-6737C7CE1819}" destId="{4AECE7F2-CA08-B14E-9DC5-6A3BD09A2F1D}" srcOrd="0" destOrd="0" presId="urn:microsoft.com/office/officeart/2005/8/layout/hierarchy1"/>
    <dgm:cxn modelId="{23458DC7-15F9-FC4A-9C07-69EF5A353151}" type="presParOf" srcId="{4AECE7F2-CA08-B14E-9DC5-6A3BD09A2F1D}" destId="{6D67E685-27DC-E74E-A542-CAC50D7DFD3E}" srcOrd="0" destOrd="0" presId="urn:microsoft.com/office/officeart/2005/8/layout/hierarchy1"/>
    <dgm:cxn modelId="{E5503D27-DDE0-484F-9D41-6E0F2D47E8DF}" type="presParOf" srcId="{6D67E685-27DC-E74E-A542-CAC50D7DFD3E}" destId="{9C875096-1E78-B84B-A110-1798E02FE5E7}" srcOrd="0" destOrd="0" presId="urn:microsoft.com/office/officeart/2005/8/layout/hierarchy1"/>
    <dgm:cxn modelId="{0DCCEE24-2375-154A-8990-7D1B85BDE216}" type="presParOf" srcId="{6D67E685-27DC-E74E-A542-CAC50D7DFD3E}" destId="{ED0EE2E8-9A4A-5E42-BF03-F82775ADEC8D}" srcOrd="1" destOrd="0" presId="urn:microsoft.com/office/officeart/2005/8/layout/hierarchy1"/>
    <dgm:cxn modelId="{A4784139-8A06-AB45-B143-93DDF9ED0D00}" type="presParOf" srcId="{4AECE7F2-CA08-B14E-9DC5-6A3BD09A2F1D}" destId="{0C53AB33-1268-5F4D-8DB9-23A23F883D13}" srcOrd="1" destOrd="0" presId="urn:microsoft.com/office/officeart/2005/8/layout/hierarchy1"/>
    <dgm:cxn modelId="{C00FC4A6-F856-374E-BB76-59979063795E}" type="presParOf" srcId="{14CC729F-1EA7-E244-AB02-6737C7CE1819}" destId="{9D2D43DA-AA03-854F-A294-ECB044AC4217}" srcOrd="1" destOrd="0" presId="urn:microsoft.com/office/officeart/2005/8/layout/hierarchy1"/>
    <dgm:cxn modelId="{DEEB7B5A-7054-C84B-ABB9-BA126F27AE38}" type="presParOf" srcId="{9D2D43DA-AA03-854F-A294-ECB044AC4217}" destId="{6CEBDCEA-0F74-8C41-9B90-B41EB32190BB}" srcOrd="0" destOrd="0" presId="urn:microsoft.com/office/officeart/2005/8/layout/hierarchy1"/>
    <dgm:cxn modelId="{51935D46-657E-1B47-93FC-4AC1206E2453}" type="presParOf" srcId="{6CEBDCEA-0F74-8C41-9B90-B41EB32190BB}" destId="{D1B7C77D-B0CA-6146-96D4-DCAEEBA5820E}" srcOrd="0" destOrd="0" presId="urn:microsoft.com/office/officeart/2005/8/layout/hierarchy1"/>
    <dgm:cxn modelId="{CB871628-636F-EC4D-8D9C-AD290BC23342}" type="presParOf" srcId="{6CEBDCEA-0F74-8C41-9B90-B41EB32190BB}" destId="{5499B15C-26AD-2847-8AE6-714F86944EBA}" srcOrd="1" destOrd="0" presId="urn:microsoft.com/office/officeart/2005/8/layout/hierarchy1"/>
    <dgm:cxn modelId="{42C5132B-DE00-7843-90E5-1885108E6607}" type="presParOf" srcId="{9D2D43DA-AA03-854F-A294-ECB044AC4217}" destId="{232782BE-9B94-EC4E-90AD-F754BF8B5D8D}" srcOrd="1" destOrd="0" presId="urn:microsoft.com/office/officeart/2005/8/layout/hierarchy1"/>
    <dgm:cxn modelId="{9665DA07-79DC-754E-9905-B1114A28AA79}" type="presParOf" srcId="{14CC729F-1EA7-E244-AB02-6737C7CE1819}" destId="{7C5A504B-BE49-3242-8021-FFDDDEA4C1DE}" srcOrd="2" destOrd="0" presId="urn:microsoft.com/office/officeart/2005/8/layout/hierarchy1"/>
    <dgm:cxn modelId="{D1A38883-D152-D54A-9FB6-52BDAD41E944}" type="presParOf" srcId="{7C5A504B-BE49-3242-8021-FFDDDEA4C1DE}" destId="{B972715A-C19E-8D45-8048-CEA742187B0A}" srcOrd="0" destOrd="0" presId="urn:microsoft.com/office/officeart/2005/8/layout/hierarchy1"/>
    <dgm:cxn modelId="{6C40F7FC-10C9-9047-A2E0-5F86098925F2}" type="presParOf" srcId="{B972715A-C19E-8D45-8048-CEA742187B0A}" destId="{66552539-4212-3D49-8DB5-3C27ECF9E3FA}" srcOrd="0" destOrd="0" presId="urn:microsoft.com/office/officeart/2005/8/layout/hierarchy1"/>
    <dgm:cxn modelId="{137B5F37-1529-9A44-A81E-01CBD715FFB9}" type="presParOf" srcId="{B972715A-C19E-8D45-8048-CEA742187B0A}" destId="{3EB9BEAF-F97B-334E-BF9E-9D7AEF769C2C}" srcOrd="1" destOrd="0" presId="urn:microsoft.com/office/officeart/2005/8/layout/hierarchy1"/>
    <dgm:cxn modelId="{C51BA693-AA63-0045-9067-41F8E27B4DBC}" type="presParOf" srcId="{7C5A504B-BE49-3242-8021-FFDDDEA4C1DE}" destId="{2030B923-7656-1A45-BCC3-1522673954E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ACE55-FFCD-4631-BF73-31E69FAA2F40}">
      <dsp:nvSpPr>
        <dsp:cNvPr id="0" name=""/>
        <dsp:cNvSpPr/>
      </dsp:nvSpPr>
      <dsp:spPr>
        <a:xfrm>
          <a:off x="624000" y="163717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74D90-B22E-46C9-A778-6E7123771962}">
      <dsp:nvSpPr>
        <dsp:cNvPr id="0" name=""/>
        <dsp:cNvSpPr/>
      </dsp:nvSpPr>
      <dsp:spPr>
        <a:xfrm>
          <a:off x="1004250" y="543968"/>
          <a:ext cx="1023749" cy="10237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2030A-34C4-4A58-B23A-D20D1F8AA6BF}">
      <dsp:nvSpPr>
        <dsp:cNvPr id="0" name=""/>
        <dsp:cNvSpPr/>
      </dsp:nvSpPr>
      <dsp:spPr>
        <a:xfrm>
          <a:off x="53625" y="2503718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Analyze personal Spotify data</a:t>
          </a:r>
        </a:p>
      </dsp:txBody>
      <dsp:txXfrm>
        <a:off x="53625" y="2503718"/>
        <a:ext cx="2925000" cy="720000"/>
      </dsp:txXfrm>
    </dsp:sp>
    <dsp:sp modelId="{FFA919D5-8C17-415F-9332-74E7BE1AC117}">
      <dsp:nvSpPr>
        <dsp:cNvPr id="0" name=""/>
        <dsp:cNvSpPr/>
      </dsp:nvSpPr>
      <dsp:spPr>
        <a:xfrm>
          <a:off x="4060875" y="163717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E98BB-FD27-4295-8C9D-D2F3AD438811}">
      <dsp:nvSpPr>
        <dsp:cNvPr id="0" name=""/>
        <dsp:cNvSpPr/>
      </dsp:nvSpPr>
      <dsp:spPr>
        <a:xfrm>
          <a:off x="4441125" y="543968"/>
          <a:ext cx="1023749" cy="10237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B5B6B-AF47-4299-9C5B-313526FA8226}">
      <dsp:nvSpPr>
        <dsp:cNvPr id="0" name=""/>
        <dsp:cNvSpPr/>
      </dsp:nvSpPr>
      <dsp:spPr>
        <a:xfrm>
          <a:off x="3490500" y="2503718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Identify listening patterns</a:t>
          </a:r>
        </a:p>
      </dsp:txBody>
      <dsp:txXfrm>
        <a:off x="3490500" y="2503718"/>
        <a:ext cx="2925000" cy="720000"/>
      </dsp:txXfrm>
    </dsp:sp>
    <dsp:sp modelId="{02A6DB33-CC0B-4188-8516-D0EF950D602D}">
      <dsp:nvSpPr>
        <dsp:cNvPr id="0" name=""/>
        <dsp:cNvSpPr/>
      </dsp:nvSpPr>
      <dsp:spPr>
        <a:xfrm>
          <a:off x="7497750" y="163717"/>
          <a:ext cx="1784250" cy="17842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CDBE9-3A4E-403E-8760-8E78B028B8FC}">
      <dsp:nvSpPr>
        <dsp:cNvPr id="0" name=""/>
        <dsp:cNvSpPr/>
      </dsp:nvSpPr>
      <dsp:spPr>
        <a:xfrm>
          <a:off x="7878000" y="543968"/>
          <a:ext cx="1023749" cy="10237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D2436-9EB8-43EF-9902-F986D7423BE4}">
      <dsp:nvSpPr>
        <dsp:cNvPr id="0" name=""/>
        <dsp:cNvSpPr/>
      </dsp:nvSpPr>
      <dsp:spPr>
        <a:xfrm>
          <a:off x="6927375" y="2503718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Understand popularity and preferences</a:t>
          </a:r>
        </a:p>
      </dsp:txBody>
      <dsp:txXfrm>
        <a:off x="6927375" y="2503718"/>
        <a:ext cx="2925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B4ECB9-5D8C-F048-992B-226199CC9571}">
      <dsp:nvSpPr>
        <dsp:cNvPr id="0" name=""/>
        <dsp:cNvSpPr/>
      </dsp:nvSpPr>
      <dsp:spPr>
        <a:xfrm>
          <a:off x="2902" y="926452"/>
          <a:ext cx="2072133" cy="1315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7C828-BAB1-C145-9972-54CAB23D9434}">
      <dsp:nvSpPr>
        <dsp:cNvPr id="0" name=""/>
        <dsp:cNvSpPr/>
      </dsp:nvSpPr>
      <dsp:spPr>
        <a:xfrm>
          <a:off x="233139" y="1145178"/>
          <a:ext cx="2072133" cy="13158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Spotify and streaming services</a:t>
          </a:r>
        </a:p>
      </dsp:txBody>
      <dsp:txXfrm>
        <a:off x="271678" y="1183717"/>
        <a:ext cx="1995055" cy="1238727"/>
      </dsp:txXfrm>
    </dsp:sp>
    <dsp:sp modelId="{C463C190-3AB3-594C-B496-6DF12BE316AE}">
      <dsp:nvSpPr>
        <dsp:cNvPr id="0" name=""/>
        <dsp:cNvSpPr/>
      </dsp:nvSpPr>
      <dsp:spPr>
        <a:xfrm>
          <a:off x="2535510" y="926452"/>
          <a:ext cx="2072133" cy="1315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2F885-4F65-754A-B627-8C33D2EC4D74}">
      <dsp:nvSpPr>
        <dsp:cNvPr id="0" name=""/>
        <dsp:cNvSpPr/>
      </dsp:nvSpPr>
      <dsp:spPr>
        <a:xfrm>
          <a:off x="2765747" y="1145178"/>
          <a:ext cx="2072133" cy="13158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Recommendation teams</a:t>
          </a:r>
        </a:p>
      </dsp:txBody>
      <dsp:txXfrm>
        <a:off x="2804286" y="1183717"/>
        <a:ext cx="1995055" cy="1238727"/>
      </dsp:txXfrm>
    </dsp:sp>
    <dsp:sp modelId="{26AE7CEB-F959-4841-8CDC-6F6F825BCACA}">
      <dsp:nvSpPr>
        <dsp:cNvPr id="0" name=""/>
        <dsp:cNvSpPr/>
      </dsp:nvSpPr>
      <dsp:spPr>
        <a:xfrm>
          <a:off x="5068118" y="926452"/>
          <a:ext cx="2072133" cy="1315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3F0247-1CE2-B240-9E9B-CD3B728C2E63}">
      <dsp:nvSpPr>
        <dsp:cNvPr id="0" name=""/>
        <dsp:cNvSpPr/>
      </dsp:nvSpPr>
      <dsp:spPr>
        <a:xfrm>
          <a:off x="5298355" y="1145178"/>
          <a:ext cx="2072133" cy="13158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Individual listeners</a:t>
          </a:r>
        </a:p>
      </dsp:txBody>
      <dsp:txXfrm>
        <a:off x="5336894" y="1183717"/>
        <a:ext cx="1995055" cy="1238727"/>
      </dsp:txXfrm>
    </dsp:sp>
    <dsp:sp modelId="{B67E9D7C-5892-5349-B277-BA289D25F0B6}">
      <dsp:nvSpPr>
        <dsp:cNvPr id="0" name=""/>
        <dsp:cNvSpPr/>
      </dsp:nvSpPr>
      <dsp:spPr>
        <a:xfrm>
          <a:off x="7600726" y="926452"/>
          <a:ext cx="2072133" cy="1315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3AC2D-5552-2D45-807A-529D67CDDA92}">
      <dsp:nvSpPr>
        <dsp:cNvPr id="0" name=""/>
        <dsp:cNvSpPr/>
      </dsp:nvSpPr>
      <dsp:spPr>
        <a:xfrm>
          <a:off x="7830963" y="1145178"/>
          <a:ext cx="2072133" cy="13158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analysts</a:t>
          </a:r>
        </a:p>
      </dsp:txBody>
      <dsp:txXfrm>
        <a:off x="7869502" y="1183717"/>
        <a:ext cx="1995055" cy="1238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76EEF-C220-4C5E-B8E0-806B59B36B75}">
      <dsp:nvSpPr>
        <dsp:cNvPr id="0" name=""/>
        <dsp:cNvSpPr/>
      </dsp:nvSpPr>
      <dsp:spPr>
        <a:xfrm>
          <a:off x="872041" y="726631"/>
          <a:ext cx="923990" cy="923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FB40FC-31CD-44A5-A47D-59EB1F5EA848}">
      <dsp:nvSpPr>
        <dsp:cNvPr id="0" name=""/>
        <dsp:cNvSpPr/>
      </dsp:nvSpPr>
      <dsp:spPr>
        <a:xfrm>
          <a:off x="307380" y="1940804"/>
          <a:ext cx="20533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does song popularity vary?</a:t>
          </a:r>
        </a:p>
      </dsp:txBody>
      <dsp:txXfrm>
        <a:off x="307380" y="1940804"/>
        <a:ext cx="2053312" cy="720000"/>
      </dsp:txXfrm>
    </dsp:sp>
    <dsp:sp modelId="{07FA91E1-A5A9-4CEE-85CE-714B0DA149CD}">
      <dsp:nvSpPr>
        <dsp:cNvPr id="0" name=""/>
        <dsp:cNvSpPr/>
      </dsp:nvSpPr>
      <dsp:spPr>
        <a:xfrm>
          <a:off x="3284683" y="726631"/>
          <a:ext cx="923990" cy="923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1A5F3-9DCF-4D08-86CF-9434747EA84A}">
      <dsp:nvSpPr>
        <dsp:cNvPr id="0" name=""/>
        <dsp:cNvSpPr/>
      </dsp:nvSpPr>
      <dsp:spPr>
        <a:xfrm>
          <a:off x="2720022" y="1940804"/>
          <a:ext cx="20533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Which artists appear most?</a:t>
          </a:r>
        </a:p>
      </dsp:txBody>
      <dsp:txXfrm>
        <a:off x="2720022" y="1940804"/>
        <a:ext cx="2053312" cy="720000"/>
      </dsp:txXfrm>
    </dsp:sp>
    <dsp:sp modelId="{E0F5C996-8A3B-4419-AB84-ED027244C9C5}">
      <dsp:nvSpPr>
        <dsp:cNvPr id="0" name=""/>
        <dsp:cNvSpPr/>
      </dsp:nvSpPr>
      <dsp:spPr>
        <a:xfrm>
          <a:off x="5697325" y="726631"/>
          <a:ext cx="923990" cy="923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76880-7DE0-4CD0-860B-F96C12D4F378}">
      <dsp:nvSpPr>
        <dsp:cNvPr id="0" name=""/>
        <dsp:cNvSpPr/>
      </dsp:nvSpPr>
      <dsp:spPr>
        <a:xfrm>
          <a:off x="5132664" y="1940804"/>
          <a:ext cx="20533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many songs per playlist?</a:t>
          </a:r>
        </a:p>
      </dsp:txBody>
      <dsp:txXfrm>
        <a:off x="5132664" y="1940804"/>
        <a:ext cx="2053312" cy="720000"/>
      </dsp:txXfrm>
    </dsp:sp>
    <dsp:sp modelId="{54CC9A5B-6602-403F-9489-A67209144303}">
      <dsp:nvSpPr>
        <dsp:cNvPr id="0" name=""/>
        <dsp:cNvSpPr/>
      </dsp:nvSpPr>
      <dsp:spPr>
        <a:xfrm>
          <a:off x="8109967" y="726631"/>
          <a:ext cx="923990" cy="923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919099-6A33-4825-8203-8098598FB3C6}">
      <dsp:nvSpPr>
        <dsp:cNvPr id="0" name=""/>
        <dsp:cNvSpPr/>
      </dsp:nvSpPr>
      <dsp:spPr>
        <a:xfrm>
          <a:off x="7545307" y="1940804"/>
          <a:ext cx="20533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What defines my listening habits?</a:t>
          </a:r>
        </a:p>
      </dsp:txBody>
      <dsp:txXfrm>
        <a:off x="7545307" y="1940804"/>
        <a:ext cx="20533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A9A1C-7A81-4DFF-BC7F-E7651C5B2A3C}">
      <dsp:nvSpPr>
        <dsp:cNvPr id="0" name=""/>
        <dsp:cNvSpPr/>
      </dsp:nvSpPr>
      <dsp:spPr>
        <a:xfrm>
          <a:off x="0" y="2312"/>
          <a:ext cx="6243991" cy="11718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9A89F6-3B86-49A2-9005-61D6A4540EA1}">
      <dsp:nvSpPr>
        <dsp:cNvPr id="0" name=""/>
        <dsp:cNvSpPr/>
      </dsp:nvSpPr>
      <dsp:spPr>
        <a:xfrm>
          <a:off x="354494" y="265985"/>
          <a:ext cx="644535" cy="64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7A441-FDBC-461F-976A-B30AE09B9248}">
      <dsp:nvSpPr>
        <dsp:cNvPr id="0" name=""/>
        <dsp:cNvSpPr/>
      </dsp:nvSpPr>
      <dsp:spPr>
        <a:xfrm>
          <a:off x="1353523" y="2312"/>
          <a:ext cx="4890468" cy="1171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24" tIns="124024" rIns="124024" bIns="1240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Listening habits are consistent</a:t>
          </a:r>
        </a:p>
      </dsp:txBody>
      <dsp:txXfrm>
        <a:off x="1353523" y="2312"/>
        <a:ext cx="4890468" cy="1171882"/>
      </dsp:txXfrm>
    </dsp:sp>
    <dsp:sp modelId="{5A6D993C-E313-419F-A411-BE3C952DDEDE}">
      <dsp:nvSpPr>
        <dsp:cNvPr id="0" name=""/>
        <dsp:cNvSpPr/>
      </dsp:nvSpPr>
      <dsp:spPr>
        <a:xfrm>
          <a:off x="0" y="1467164"/>
          <a:ext cx="6243991" cy="11718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BACFE-AD81-4B67-9E72-839B6A81A93C}">
      <dsp:nvSpPr>
        <dsp:cNvPr id="0" name=""/>
        <dsp:cNvSpPr/>
      </dsp:nvSpPr>
      <dsp:spPr>
        <a:xfrm>
          <a:off x="354494" y="1730838"/>
          <a:ext cx="644535" cy="64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72A5D-CC26-485C-BA38-B5B5CFCCB408}">
      <dsp:nvSpPr>
        <dsp:cNvPr id="0" name=""/>
        <dsp:cNvSpPr/>
      </dsp:nvSpPr>
      <dsp:spPr>
        <a:xfrm>
          <a:off x="1353523" y="1467164"/>
          <a:ext cx="4890468" cy="1171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24" tIns="124024" rIns="124024" bIns="1240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Strong artist loyalty</a:t>
          </a:r>
        </a:p>
      </dsp:txBody>
      <dsp:txXfrm>
        <a:off x="1353523" y="1467164"/>
        <a:ext cx="4890468" cy="1171882"/>
      </dsp:txXfrm>
    </dsp:sp>
    <dsp:sp modelId="{11C55887-05BA-480A-9C7F-04A63591A58C}">
      <dsp:nvSpPr>
        <dsp:cNvPr id="0" name=""/>
        <dsp:cNvSpPr/>
      </dsp:nvSpPr>
      <dsp:spPr>
        <a:xfrm>
          <a:off x="0" y="2932017"/>
          <a:ext cx="6243991" cy="11718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D9EA99-4F2E-4EF6-B604-EED39A22A35A}">
      <dsp:nvSpPr>
        <dsp:cNvPr id="0" name=""/>
        <dsp:cNvSpPr/>
      </dsp:nvSpPr>
      <dsp:spPr>
        <a:xfrm>
          <a:off x="354494" y="3195691"/>
          <a:ext cx="644535" cy="64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126D5-B2FD-47A5-90D0-B43CF36FB34A}">
      <dsp:nvSpPr>
        <dsp:cNvPr id="0" name=""/>
        <dsp:cNvSpPr/>
      </dsp:nvSpPr>
      <dsp:spPr>
        <a:xfrm>
          <a:off x="1353523" y="2932017"/>
          <a:ext cx="4890468" cy="1171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24" tIns="124024" rIns="124024" bIns="1240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Playlists serve different roles</a:t>
          </a:r>
        </a:p>
      </dsp:txBody>
      <dsp:txXfrm>
        <a:off x="1353523" y="2932017"/>
        <a:ext cx="4890468" cy="1171882"/>
      </dsp:txXfrm>
    </dsp:sp>
    <dsp:sp modelId="{7BDA7D36-70CA-41FD-819E-3F896DDA875E}">
      <dsp:nvSpPr>
        <dsp:cNvPr id="0" name=""/>
        <dsp:cNvSpPr/>
      </dsp:nvSpPr>
      <dsp:spPr>
        <a:xfrm>
          <a:off x="0" y="4396870"/>
          <a:ext cx="6243991" cy="11718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6355E6-1546-49C6-BD0B-F3BEA4DC0FD5}">
      <dsp:nvSpPr>
        <dsp:cNvPr id="0" name=""/>
        <dsp:cNvSpPr/>
      </dsp:nvSpPr>
      <dsp:spPr>
        <a:xfrm>
          <a:off x="354494" y="4660544"/>
          <a:ext cx="644535" cy="6445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AA0B6-1B42-48BD-B013-003F75DAFA60}">
      <dsp:nvSpPr>
        <dsp:cNvPr id="0" name=""/>
        <dsp:cNvSpPr/>
      </dsp:nvSpPr>
      <dsp:spPr>
        <a:xfrm>
          <a:off x="1353523" y="4396870"/>
          <a:ext cx="4890468" cy="1171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24" tIns="124024" rIns="124024" bIns="1240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Popularity is balanced</a:t>
          </a:r>
        </a:p>
      </dsp:txBody>
      <dsp:txXfrm>
        <a:off x="1353523" y="4396870"/>
        <a:ext cx="4890468" cy="11718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68264-B400-488A-942B-6B29425BB032}">
      <dsp:nvSpPr>
        <dsp:cNvPr id="0" name=""/>
        <dsp:cNvSpPr/>
      </dsp:nvSpPr>
      <dsp:spPr>
        <a:xfrm>
          <a:off x="1014450" y="525476"/>
          <a:ext cx="1265962" cy="12659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C4455-0B7A-486B-9981-A1D350A9071D}">
      <dsp:nvSpPr>
        <dsp:cNvPr id="0" name=""/>
        <dsp:cNvSpPr/>
      </dsp:nvSpPr>
      <dsp:spPr>
        <a:xfrm>
          <a:off x="240806" y="2141959"/>
          <a:ext cx="2813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Improve personalized recommendations</a:t>
          </a:r>
        </a:p>
      </dsp:txBody>
      <dsp:txXfrm>
        <a:off x="240806" y="2141959"/>
        <a:ext cx="2813250" cy="720000"/>
      </dsp:txXfrm>
    </dsp:sp>
    <dsp:sp modelId="{682F141E-DA91-4385-A457-9A0CB6B4F560}">
      <dsp:nvSpPr>
        <dsp:cNvPr id="0" name=""/>
        <dsp:cNvSpPr/>
      </dsp:nvSpPr>
      <dsp:spPr>
        <a:xfrm>
          <a:off x="4320018" y="525476"/>
          <a:ext cx="1265962" cy="12659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5CC1E-B8A4-4FCE-BAA3-09D3C6AE1A3F}">
      <dsp:nvSpPr>
        <dsp:cNvPr id="0" name=""/>
        <dsp:cNvSpPr/>
      </dsp:nvSpPr>
      <dsp:spPr>
        <a:xfrm>
          <a:off x="3546375" y="2141959"/>
          <a:ext cx="2813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Suggest similar artists</a:t>
          </a:r>
        </a:p>
      </dsp:txBody>
      <dsp:txXfrm>
        <a:off x="3546375" y="2141959"/>
        <a:ext cx="2813250" cy="720000"/>
      </dsp:txXfrm>
    </dsp:sp>
    <dsp:sp modelId="{3BA0D9F7-5615-409E-9C7F-FC192A81FF6F}">
      <dsp:nvSpPr>
        <dsp:cNvPr id="0" name=""/>
        <dsp:cNvSpPr/>
      </dsp:nvSpPr>
      <dsp:spPr>
        <a:xfrm>
          <a:off x="7625587" y="525476"/>
          <a:ext cx="1265962" cy="12659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1AF0D-8EF7-44C0-9CF2-95A86A475D91}">
      <dsp:nvSpPr>
        <dsp:cNvPr id="0" name=""/>
        <dsp:cNvSpPr/>
      </dsp:nvSpPr>
      <dsp:spPr>
        <a:xfrm>
          <a:off x="6851943" y="2141959"/>
          <a:ext cx="2813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Balance popular and new songs</a:t>
          </a:r>
        </a:p>
      </dsp:txBody>
      <dsp:txXfrm>
        <a:off x="6851943" y="2141959"/>
        <a:ext cx="2813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875096-1E78-B84B-A110-1798E02FE5E7}">
      <dsp:nvSpPr>
        <dsp:cNvPr id="0" name=""/>
        <dsp:cNvSpPr/>
      </dsp:nvSpPr>
      <dsp:spPr>
        <a:xfrm>
          <a:off x="0" y="2135279"/>
          <a:ext cx="1756122" cy="11151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D0EE2E8-9A4A-5E42-BF03-F82775ADEC8D}">
      <dsp:nvSpPr>
        <dsp:cNvPr id="0" name=""/>
        <dsp:cNvSpPr/>
      </dsp:nvSpPr>
      <dsp:spPr>
        <a:xfrm>
          <a:off x="195124" y="2320647"/>
          <a:ext cx="1756122" cy="11151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Add audio features</a:t>
          </a:r>
        </a:p>
      </dsp:txBody>
      <dsp:txXfrm>
        <a:off x="227785" y="2353308"/>
        <a:ext cx="1690800" cy="1049815"/>
      </dsp:txXfrm>
    </dsp:sp>
    <dsp:sp modelId="{D1B7C77D-B0CA-6146-96D4-DCAEEBA5820E}">
      <dsp:nvSpPr>
        <dsp:cNvPr id="0" name=""/>
        <dsp:cNvSpPr/>
      </dsp:nvSpPr>
      <dsp:spPr>
        <a:xfrm>
          <a:off x="2146372" y="2135279"/>
          <a:ext cx="1756122" cy="11151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99B15C-26AD-2847-8AE6-714F86944EBA}">
      <dsp:nvSpPr>
        <dsp:cNvPr id="0" name=""/>
        <dsp:cNvSpPr/>
      </dsp:nvSpPr>
      <dsp:spPr>
        <a:xfrm>
          <a:off x="2341496" y="2320647"/>
          <a:ext cx="1756122" cy="11151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Mood clustering</a:t>
          </a:r>
        </a:p>
      </dsp:txBody>
      <dsp:txXfrm>
        <a:off x="2374157" y="2353308"/>
        <a:ext cx="1690800" cy="1049815"/>
      </dsp:txXfrm>
    </dsp:sp>
    <dsp:sp modelId="{66552539-4212-3D49-8DB5-3C27ECF9E3FA}">
      <dsp:nvSpPr>
        <dsp:cNvPr id="0" name=""/>
        <dsp:cNvSpPr/>
      </dsp:nvSpPr>
      <dsp:spPr>
        <a:xfrm>
          <a:off x="4292744" y="2135279"/>
          <a:ext cx="1756122" cy="11151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B9BEAF-F97B-334E-BF9E-9D7AEF769C2C}">
      <dsp:nvSpPr>
        <dsp:cNvPr id="0" name=""/>
        <dsp:cNvSpPr/>
      </dsp:nvSpPr>
      <dsp:spPr>
        <a:xfrm>
          <a:off x="4487869" y="2320647"/>
          <a:ext cx="1756122" cy="11151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Listening history and skips</a:t>
          </a:r>
        </a:p>
      </dsp:txBody>
      <dsp:txXfrm>
        <a:off x="4520530" y="2353308"/>
        <a:ext cx="1690800" cy="1049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CF4BF-A622-DE48-B816-0BB4D2201029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EFDD3-870F-334F-9DF4-0B776DA25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48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project analyzes my Spotify playlist data to understand my listening habits using data analytics.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FDD3-870F-334F-9DF4-0B776DA255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82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purpose was to explore patterns in what I listen to, how popular the music is, and how my playlists are structured.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FDD3-870F-334F-9DF4-0B776DA255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44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Spotify could use this type of analysis to improve recommendations and better understand user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FDD3-870F-334F-9DF4-0B776DA255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76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collected the data using the Spotify Web API. Each row represents one track with its playlist, artist, and popularity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FDD3-870F-334F-9DF4-0B776DA255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4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Python in </a:t>
            </a:r>
            <a:r>
              <a:rPr lang="en-US" dirty="0" err="1"/>
              <a:t>Jupyter</a:t>
            </a:r>
            <a:r>
              <a:rPr lang="en-US" dirty="0"/>
              <a:t> notebook, pandas for cleaning, and Matplotlib and Seaborn for visualizations.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FDD3-870F-334F-9DF4-0B776DA255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85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questions guided the analysis and focused on patterns measurable with the available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FDD3-870F-334F-9DF4-0B776DA255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77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shows I listen to both mainstream and less popular songs, not just chart-toppers.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FDD3-870F-334F-9DF4-0B776DA255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21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 number of artists appear frequently, showing consistent preferences.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FDD3-870F-334F-9DF4-0B776DA255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19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playlists are clearly used more often, suggesting different moods or use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FDD3-870F-334F-9DF4-0B776DA255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91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Overall, the analysis answered my questions and revealed clear patterns in my listening behavior.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FDD3-870F-334F-9DF4-0B776DA255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136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Spotify could use these patterns to fine-tune recommendations and discovery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FDD3-870F-334F-9DF4-0B776DA255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3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more data, this analysis could explore moods and deeper behavior patterns.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FDD3-870F-334F-9DF4-0B776DA255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85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circle with three lines in it&#10;&#10;AI-generated content may be incorrect.">
            <a:extLst>
              <a:ext uri="{FF2B5EF4-FFF2-40B4-BE49-F238E27FC236}">
                <a16:creationId xmlns:a16="http://schemas.microsoft.com/office/drawing/2014/main" id="{A02378A6-D309-8C6E-6ACB-CEAB0DF66CA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</a:blip>
          <a:srcRect t="20369" r="-1" b="2338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A5C2C9-CD1A-FA1E-EAEB-1F424C406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>
            <a:normAutofit/>
          </a:bodyPr>
          <a:lstStyle/>
          <a:p>
            <a:r>
              <a:rPr lang="en-US" dirty="0"/>
              <a:t>Analyzing Spotify listening habits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8455A-5F25-5C73-5F1E-D0F42243D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>
            <a:normAutofit/>
          </a:bodyPr>
          <a:lstStyle/>
          <a:p>
            <a:r>
              <a:rPr lang="en-US" dirty="0"/>
              <a:t>Understanding playlists, popularity, and artist preferences</a:t>
            </a:r>
          </a:p>
          <a:p>
            <a:r>
              <a:rPr lang="en-US" dirty="0"/>
              <a:t>Alexandra Lawler – cmp-262 – 12/14/25</a:t>
            </a:r>
          </a:p>
        </p:txBody>
      </p:sp>
    </p:spTree>
    <p:extLst>
      <p:ext uri="{BB962C8B-B14F-4D97-AF65-F5344CB8AC3E}">
        <p14:creationId xmlns:p14="http://schemas.microsoft.com/office/powerpoint/2010/main" val="3050554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90770-3FFF-696C-1346-9AECCE6BD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en-US" dirty="0"/>
              <a:t>Purpose: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9F88F8-5E44-6020-DBDB-78D4733C1E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9340825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1011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8D71-4323-9F37-03E3-7316FA16A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en-US" dirty="0"/>
              <a:t>Who benefits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F14BF2-9271-8ECB-D87E-A40F868118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1485440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2585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792E-5692-FE88-9F88-AB11E84FE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Dataset and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F9B9F-6400-AAC7-F356-0E273FB91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/>
              <a:t>Spotify web api</a:t>
            </a:r>
          </a:p>
          <a:p>
            <a:r>
              <a:rPr lang="en-US" sz="1800"/>
              <a:t>Playlist and track metadata</a:t>
            </a:r>
          </a:p>
          <a:p>
            <a:r>
              <a:rPr lang="en-US" sz="1800"/>
              <a:t>One row = one song</a:t>
            </a:r>
          </a:p>
          <a:p>
            <a:r>
              <a:rPr lang="en-US" sz="1800"/>
              <a:t>Cleaned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075F78-25A8-9449-686B-DE6139B5C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994" y="1271803"/>
            <a:ext cx="6916633" cy="3994353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05390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F1B0CEE-40E9-4569-A22A-E34D2B4B9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5B2FDA-6080-DEF2-A5AC-1B92B7AFE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53" y="3763810"/>
            <a:ext cx="3439608" cy="2081765"/>
          </a:xfrm>
        </p:spPr>
        <p:txBody>
          <a:bodyPr anchor="ctr">
            <a:normAutofit/>
          </a:bodyPr>
          <a:lstStyle/>
          <a:p>
            <a:r>
              <a:rPr lang="en-US"/>
              <a:t>Tools used</a:t>
            </a:r>
            <a:endParaRPr lang="en-US" dirty="0"/>
          </a:p>
        </p:txBody>
      </p:sp>
      <p:sp>
        <p:nvSpPr>
          <p:cNvPr id="21" name="Rectangle: Rounded Corners 17">
            <a:extLst>
              <a:ext uri="{FF2B5EF4-FFF2-40B4-BE49-F238E27FC236}">
                <a16:creationId xmlns:a16="http://schemas.microsoft.com/office/drawing/2014/main" id="{8AF2AAD9-DC12-41B5-B801-1C848B9C4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053" y="651886"/>
            <a:ext cx="2359477" cy="2743200"/>
          </a:xfrm>
          <a:prstGeom prst="roundRect">
            <a:avLst>
              <a:gd name="adj" fmla="val 7412"/>
            </a:avLst>
          </a:prstGeom>
          <a:solidFill>
            <a:srgbClr val="FFFFFF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logo with grey circles and black text&#10;&#10;AI-generated content may be incorrect.">
            <a:extLst>
              <a:ext uri="{FF2B5EF4-FFF2-40B4-BE49-F238E27FC236}">
                <a16:creationId xmlns:a16="http://schemas.microsoft.com/office/drawing/2014/main" id="{8B2B3157-FD7D-1D8D-C14F-0F244C7F6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373" y="1120076"/>
            <a:ext cx="1806819" cy="1806819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71ECBC-9661-462A-B1C3-57CE6A867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2764" y="651886"/>
            <a:ext cx="2359477" cy="2743200"/>
          </a:xfrm>
          <a:prstGeom prst="roundRect">
            <a:avLst>
              <a:gd name="adj" fmla="val 7412"/>
            </a:avLst>
          </a:prstGeom>
          <a:solidFill>
            <a:srgbClr val="FFFFFF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AF56A790-5995-BA45-5B2D-01E68D4E6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246" y="1344544"/>
            <a:ext cx="1810512" cy="1357883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0EB186E-D833-4889-9063-A76339A8E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5474" y="651886"/>
            <a:ext cx="2359477" cy="2743200"/>
          </a:xfrm>
          <a:prstGeom prst="roundRect">
            <a:avLst>
              <a:gd name="adj" fmla="val 7412"/>
            </a:avLst>
          </a:prstGeom>
          <a:solidFill>
            <a:srgbClr val="FFFFFF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with blue and yellow squares&#10;&#10;AI-generated content may be incorrect.">
            <a:extLst>
              <a:ext uri="{FF2B5EF4-FFF2-40B4-BE49-F238E27FC236}">
                <a16:creationId xmlns:a16="http://schemas.microsoft.com/office/drawing/2014/main" id="{DAE81E8E-EFE7-F94F-7204-945CEA47E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957" y="1382687"/>
            <a:ext cx="1810512" cy="1281598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5D41E60-C420-470E-876D-8F3952590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8185" y="651886"/>
            <a:ext cx="2359477" cy="2743200"/>
          </a:xfrm>
          <a:prstGeom prst="roundRect">
            <a:avLst>
              <a:gd name="adj" fmla="val 7412"/>
            </a:avLst>
          </a:prstGeom>
          <a:solidFill>
            <a:srgbClr val="FFFFFF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cat&#10;&#10;AI-generated content may be incorrect.">
            <a:extLst>
              <a:ext uri="{FF2B5EF4-FFF2-40B4-BE49-F238E27FC236}">
                <a16:creationId xmlns:a16="http://schemas.microsoft.com/office/drawing/2014/main" id="{16B13B2C-C4A4-C68E-3612-41CB4ED661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2668" y="1486803"/>
            <a:ext cx="1810512" cy="104557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E590B-0007-14F4-E796-AB208EE73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1165" y="3763809"/>
            <a:ext cx="6786391" cy="208176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Python</a:t>
            </a:r>
          </a:p>
          <a:p>
            <a:pPr>
              <a:lnSpc>
                <a:spcPct val="90000"/>
              </a:lnSpc>
            </a:pPr>
            <a:r>
              <a:rPr lang="en-US"/>
              <a:t>jupyter notebook</a:t>
            </a:r>
          </a:p>
          <a:p>
            <a:pPr>
              <a:lnSpc>
                <a:spcPct val="90000"/>
              </a:lnSpc>
            </a:pPr>
            <a:r>
              <a:rPr lang="en-US"/>
              <a:t>Pandas and NumPy</a:t>
            </a:r>
          </a:p>
          <a:p>
            <a:pPr>
              <a:lnSpc>
                <a:spcPct val="90000"/>
              </a:lnSpc>
            </a:pPr>
            <a:r>
              <a:rPr lang="en-US"/>
              <a:t>Matplotlib and seaborn</a:t>
            </a:r>
          </a:p>
          <a:p>
            <a:pPr>
              <a:lnSpc>
                <a:spcPct val="90000"/>
              </a:lnSpc>
            </a:pPr>
            <a:r>
              <a:rPr lang="en-US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350623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5912-4E4A-9FB0-9F3E-7D0C7607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en-US" dirty="0"/>
              <a:t>Questions asked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82C5C2-49CC-0DAE-9DB8-A371AD88C0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4636402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46789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F8982E-02F0-4D24-85CB-98DEBCC3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62E37-89B8-21B8-CE6A-769C16CE1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</a:rPr>
              <a:t>popularity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61F18-AA87-55D9-FA2D-E3639592C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Mix of popular and niche songs</a:t>
            </a:r>
          </a:p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No single range dominates</a:t>
            </a:r>
          </a:p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Balanced listening habits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2CB72970-2D5B-4516-9F76-B1220A77B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0994" y="620720"/>
            <a:ext cx="6929447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blue graph with white background&#10;&#10;AI-generated content may be incorrect.">
            <a:extLst>
              <a:ext uri="{FF2B5EF4-FFF2-40B4-BE49-F238E27FC236}">
                <a16:creationId xmlns:a16="http://schemas.microsoft.com/office/drawing/2014/main" id="{19DAB806-218B-392A-B4A2-7521F977B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626" y="1432026"/>
            <a:ext cx="5934182" cy="364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97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55CB4-4CD3-E2B0-A028-595E6FAB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Top artists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097EC-3A7D-5DA9-D0A0-12FDE7A8A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/>
              <a:t>Small group of repeat artists</a:t>
            </a:r>
          </a:p>
          <a:p>
            <a:r>
              <a:rPr lang="en-US" sz="1800"/>
              <a:t>Appear across playlists</a:t>
            </a:r>
          </a:p>
          <a:p>
            <a:r>
              <a:rPr lang="en-US" sz="1800"/>
              <a:t>Strong personal preferences</a:t>
            </a:r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4CE89A4-D3A9-5573-A07F-880B3F4A7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994" y="709825"/>
            <a:ext cx="6916633" cy="5118308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019234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F8982E-02F0-4D24-85CB-98DEBCC3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931D8-7BB1-C493-B6EB-BD4F7F044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</a:rPr>
              <a:t>Results: playlist sizes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34438-F222-56A6-390F-37AD9BDBA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Some playlists are much larger</a:t>
            </a:r>
          </a:p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Different listening purposes</a:t>
            </a:r>
          </a:p>
          <a:p>
            <a:r>
              <a:rPr lang="en-US" sz="1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Curated vs. casual playlists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2CB72970-2D5B-4516-9F76-B1220A77B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0994" y="620720"/>
            <a:ext cx="6929447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graph with text on it&#10;&#10;AI-generated content may be incorrect.">
            <a:extLst>
              <a:ext uri="{FF2B5EF4-FFF2-40B4-BE49-F238E27FC236}">
                <a16:creationId xmlns:a16="http://schemas.microsoft.com/office/drawing/2014/main" id="{B124068A-ADD1-39E9-FEFE-151A2800B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626" y="1543292"/>
            <a:ext cx="5934182" cy="342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27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7373-69A0-18C3-FF0C-0894F34DC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869" y="643466"/>
            <a:ext cx="3143875" cy="5571065"/>
          </a:xfrm>
        </p:spPr>
        <p:txBody>
          <a:bodyPr anchor="ctr">
            <a:normAutofit/>
          </a:bodyPr>
          <a:lstStyle/>
          <a:p>
            <a:r>
              <a:rPr lang="en-US" sz="3600"/>
              <a:t>Key insights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672142-94D6-400E-B188-309B101D8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2169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7259A-B804-4AD2-9BC6-66F7BB2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8066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B4E8A7-8505-4752-9B81-C739116C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150420" y="3429000"/>
            <a:ext cx="6858000" cy="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193A02-885D-C20A-0308-59A953FE3B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5697715"/>
              </p:ext>
            </p:extLst>
          </p:nvPr>
        </p:nvGraphicFramePr>
        <p:xfrm>
          <a:off x="643467" y="643467"/>
          <a:ext cx="6243992" cy="557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23087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407C-38C0-04B3-A55E-3F85F719D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en-US" dirty="0"/>
              <a:t>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22E533-92EF-2D5E-F1F1-1D44DC0E7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937987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71114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655F-3067-8210-14E8-21BCC659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869" y="643466"/>
            <a:ext cx="3143875" cy="5571065"/>
          </a:xfrm>
        </p:spPr>
        <p:txBody>
          <a:bodyPr anchor="ctr">
            <a:normAutofit/>
          </a:bodyPr>
          <a:lstStyle/>
          <a:p>
            <a:r>
              <a:rPr lang="en-US" sz="3600"/>
              <a:t>Future 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672142-94D6-400E-B188-309B101D8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2169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7259A-B804-4AD2-9BC6-66F7BB2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8066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B4E8A7-8505-4752-9B81-C739116C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150420" y="3429000"/>
            <a:ext cx="6858000" cy="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5EA9CD-B85E-C8F0-43A2-90B6DA9C1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3867828"/>
              </p:ext>
            </p:extLst>
          </p:nvPr>
        </p:nvGraphicFramePr>
        <p:xfrm>
          <a:off x="643467" y="643467"/>
          <a:ext cx="6243992" cy="557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412915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42</TotalTime>
  <Words>392</Words>
  <Application>Microsoft Macintosh PowerPoint</Application>
  <PresentationFormat>Widescreen</PresentationFormat>
  <Paragraphs>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Century Gothic</vt:lpstr>
      <vt:lpstr>Mesh</vt:lpstr>
      <vt:lpstr>Analyzing Spotify listening habits</vt:lpstr>
      <vt:lpstr>Purpose:</vt:lpstr>
      <vt:lpstr>Who benefits</vt:lpstr>
      <vt:lpstr>Dataset and collection</vt:lpstr>
      <vt:lpstr>Tools used</vt:lpstr>
      <vt:lpstr>Questions asked</vt:lpstr>
      <vt:lpstr>popularity</vt:lpstr>
      <vt:lpstr>Top artists</vt:lpstr>
      <vt:lpstr>Results: playlist sizes</vt:lpstr>
      <vt:lpstr>Key insights</vt:lpstr>
      <vt:lpstr>recommendations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lawler.alexandra</dc:creator>
  <cp:lastModifiedBy>lawler.alexandra</cp:lastModifiedBy>
  <cp:revision>7</cp:revision>
  <dcterms:created xsi:type="dcterms:W3CDTF">2025-12-17T01:52:51Z</dcterms:created>
  <dcterms:modified xsi:type="dcterms:W3CDTF">2025-12-17T02:35:37Z</dcterms:modified>
</cp:coreProperties>
</file>